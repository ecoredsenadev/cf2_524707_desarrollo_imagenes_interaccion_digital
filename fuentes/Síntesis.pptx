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diagrams/data1.xml" ContentType="application/vnd.openxmlformats-officedocument.drawingml.diagramData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theme/theme1.xml" ContentType="application/vnd.openxmlformats-officedocument.them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3" d="100"/>
          <a:sy n="53" d="100"/>
        </p:scale>
        <p:origin x="1320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E778BA-E6FD-4650-B876-7E13511F4878}" type="doc">
      <dgm:prSet loTypeId="urn:microsoft.com/office/officeart/2005/8/layout/orgChart1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s-MX"/>
        </a:p>
      </dgm:t>
    </dgm:pt>
    <dgm:pt modelId="{96FE6D76-DDE5-41EF-B2FE-2C19FAAA9045}">
      <dgm:prSet custT="1"/>
      <dgm:spPr/>
      <dgm:t>
        <a:bodyPr/>
        <a:lstStyle/>
        <a:p>
          <a:r>
            <a:rPr lang="es-MX" sz="1400" b="1" dirty="0"/>
            <a:t>Producción de contenidos digitales</a:t>
          </a:r>
          <a:endParaRPr lang="es-MX" sz="1400" dirty="0"/>
        </a:p>
      </dgm:t>
    </dgm:pt>
    <dgm:pt modelId="{BE3230A2-EC50-4589-AA69-1F81FAE28DF9}" type="parTrans" cxnId="{44E5927D-C9C3-48E2-A9CA-9C6246333933}">
      <dgm:prSet/>
      <dgm:spPr/>
      <dgm:t>
        <a:bodyPr/>
        <a:lstStyle/>
        <a:p>
          <a:endParaRPr lang="es-MX"/>
        </a:p>
      </dgm:t>
    </dgm:pt>
    <dgm:pt modelId="{07EC2774-5181-4F6A-AD75-EF89E77979E2}" type="sibTrans" cxnId="{44E5927D-C9C3-48E2-A9CA-9C6246333933}">
      <dgm:prSet/>
      <dgm:spPr/>
      <dgm:t>
        <a:bodyPr/>
        <a:lstStyle/>
        <a:p>
          <a:endParaRPr lang="es-MX"/>
        </a:p>
      </dgm:t>
    </dgm:pt>
    <dgm:pt modelId="{2599D30F-BE1F-436A-A51D-69D9ED589277}">
      <dgm:prSet custT="1"/>
      <dgm:spPr/>
      <dgm:t>
        <a:bodyPr/>
        <a:lstStyle/>
        <a:p>
          <a:r>
            <a:rPr lang="es-MX" sz="1200" b="1"/>
            <a:t>Montaje audiovisual</a:t>
          </a:r>
          <a:endParaRPr lang="es-MX" sz="1200"/>
        </a:p>
      </dgm:t>
    </dgm:pt>
    <dgm:pt modelId="{C7756CF6-217A-4426-B8D7-D7CB4EC24F23}" type="parTrans" cxnId="{E5340F51-1241-47D8-885E-51589EF9EA65}">
      <dgm:prSet/>
      <dgm:spPr/>
      <dgm:t>
        <a:bodyPr/>
        <a:lstStyle/>
        <a:p>
          <a:endParaRPr lang="es-MX"/>
        </a:p>
      </dgm:t>
    </dgm:pt>
    <dgm:pt modelId="{4201F0AF-992D-48BF-A6B2-D0BCA7C64D28}" type="sibTrans" cxnId="{E5340F51-1241-47D8-885E-51589EF9EA65}">
      <dgm:prSet/>
      <dgm:spPr/>
      <dgm:t>
        <a:bodyPr/>
        <a:lstStyle/>
        <a:p>
          <a:endParaRPr lang="es-MX"/>
        </a:p>
      </dgm:t>
    </dgm:pt>
    <dgm:pt modelId="{DEDF4023-4AE4-4431-8129-780DB707DF2A}">
      <dgm:prSet/>
      <dgm:spPr/>
      <dgm:t>
        <a:bodyPr/>
        <a:lstStyle/>
        <a:p>
          <a:r>
            <a:rPr lang="es-MX"/>
            <a:t>Organiza relaciones espacio-temporales.</a:t>
          </a:r>
        </a:p>
      </dgm:t>
    </dgm:pt>
    <dgm:pt modelId="{18DE7A42-0D81-4B15-B15E-682076DC388E}" type="parTrans" cxnId="{FE79D393-4506-4797-95D0-150ABCFCD641}">
      <dgm:prSet/>
      <dgm:spPr/>
      <dgm:t>
        <a:bodyPr/>
        <a:lstStyle/>
        <a:p>
          <a:endParaRPr lang="es-MX"/>
        </a:p>
      </dgm:t>
    </dgm:pt>
    <dgm:pt modelId="{579F5D0F-50B8-40C0-8F44-8957C7937596}" type="sibTrans" cxnId="{FE79D393-4506-4797-95D0-150ABCFCD641}">
      <dgm:prSet/>
      <dgm:spPr/>
      <dgm:t>
        <a:bodyPr/>
        <a:lstStyle/>
        <a:p>
          <a:endParaRPr lang="es-MX"/>
        </a:p>
      </dgm:t>
    </dgm:pt>
    <dgm:pt modelId="{BA14A53F-D476-417A-A9BD-45409191095B}">
      <dgm:prSet/>
      <dgm:spPr/>
      <dgm:t>
        <a:bodyPr/>
        <a:lstStyle/>
        <a:p>
          <a:r>
            <a:rPr lang="es-MX"/>
            <a:t>Integra narrativa y técnica.</a:t>
          </a:r>
        </a:p>
      </dgm:t>
    </dgm:pt>
    <dgm:pt modelId="{67CBE858-2DC7-47FA-ADA8-4FA35C1E6BB2}" type="parTrans" cxnId="{6B397D1C-6EC9-424F-A1B0-5ADA29259602}">
      <dgm:prSet/>
      <dgm:spPr/>
      <dgm:t>
        <a:bodyPr/>
        <a:lstStyle/>
        <a:p>
          <a:endParaRPr lang="es-MX"/>
        </a:p>
      </dgm:t>
    </dgm:pt>
    <dgm:pt modelId="{945766EF-BD3F-4E9B-B78A-031AFB24DE5B}" type="sibTrans" cxnId="{6B397D1C-6EC9-424F-A1B0-5ADA29259602}">
      <dgm:prSet/>
      <dgm:spPr/>
      <dgm:t>
        <a:bodyPr/>
        <a:lstStyle/>
        <a:p>
          <a:endParaRPr lang="es-MX"/>
        </a:p>
      </dgm:t>
    </dgm:pt>
    <dgm:pt modelId="{F2C0925C-DEFF-4530-A4BF-F0B03A56E797}">
      <dgm:prSet/>
      <dgm:spPr/>
      <dgm:t>
        <a:bodyPr/>
        <a:lstStyle/>
        <a:p>
          <a:r>
            <a:rPr lang="es-MX"/>
            <a:t>Diferencia entre montaje (narrativo) y edición (técnica).</a:t>
          </a:r>
        </a:p>
      </dgm:t>
    </dgm:pt>
    <dgm:pt modelId="{C1FDE879-A3C1-4E53-9DC5-3615E34BD193}" type="parTrans" cxnId="{E21780BF-706A-414A-A948-88CFDD21520F}">
      <dgm:prSet/>
      <dgm:spPr/>
      <dgm:t>
        <a:bodyPr/>
        <a:lstStyle/>
        <a:p>
          <a:endParaRPr lang="es-MX"/>
        </a:p>
      </dgm:t>
    </dgm:pt>
    <dgm:pt modelId="{7C0AA8C5-9E6C-4348-9A49-D7FDBC027CE1}" type="sibTrans" cxnId="{E21780BF-706A-414A-A948-88CFDD21520F}">
      <dgm:prSet/>
      <dgm:spPr/>
      <dgm:t>
        <a:bodyPr/>
        <a:lstStyle/>
        <a:p>
          <a:endParaRPr lang="es-MX"/>
        </a:p>
      </dgm:t>
    </dgm:pt>
    <dgm:pt modelId="{40011449-5F65-4597-B934-8C70029BF9EE}">
      <dgm:prSet custT="1"/>
      <dgm:spPr/>
      <dgm:t>
        <a:bodyPr/>
        <a:lstStyle/>
        <a:p>
          <a:r>
            <a:rPr lang="es-MX" sz="1200" b="1"/>
            <a:t>Edición de imagen</a:t>
          </a:r>
          <a:endParaRPr lang="es-MX" sz="1200"/>
        </a:p>
      </dgm:t>
    </dgm:pt>
    <dgm:pt modelId="{8D6CD2E1-21DD-440D-8E90-1E9B70FD1813}" type="parTrans" cxnId="{EF6AE9DC-92D4-4AC6-81F4-24C5E7111577}">
      <dgm:prSet/>
      <dgm:spPr/>
      <dgm:t>
        <a:bodyPr/>
        <a:lstStyle/>
        <a:p>
          <a:endParaRPr lang="es-MX"/>
        </a:p>
      </dgm:t>
    </dgm:pt>
    <dgm:pt modelId="{F7A8BC0A-570E-496C-A8D6-01A68453B75E}" type="sibTrans" cxnId="{EF6AE9DC-92D4-4AC6-81F4-24C5E7111577}">
      <dgm:prSet/>
      <dgm:spPr/>
      <dgm:t>
        <a:bodyPr/>
        <a:lstStyle/>
        <a:p>
          <a:endParaRPr lang="es-MX"/>
        </a:p>
      </dgm:t>
    </dgm:pt>
    <dgm:pt modelId="{1D5DFCDB-F6AC-46D0-9B50-3BF23AC9AB93}">
      <dgm:prSet/>
      <dgm:spPr/>
      <dgm:t>
        <a:bodyPr/>
        <a:lstStyle/>
        <a:p>
          <a:r>
            <a:rPr lang="es-MX"/>
            <a:t>Manipulación técnica y creativa.</a:t>
          </a:r>
        </a:p>
      </dgm:t>
    </dgm:pt>
    <dgm:pt modelId="{8537EEB1-7613-475A-9828-5E432D38DBE0}" type="parTrans" cxnId="{CB36FDE9-FF33-4531-B029-9266E5506DA5}">
      <dgm:prSet/>
      <dgm:spPr/>
      <dgm:t>
        <a:bodyPr/>
        <a:lstStyle/>
        <a:p>
          <a:endParaRPr lang="es-MX"/>
        </a:p>
      </dgm:t>
    </dgm:pt>
    <dgm:pt modelId="{C680531B-1F35-4B77-B03E-44581A75F090}" type="sibTrans" cxnId="{CB36FDE9-FF33-4531-B029-9266E5506DA5}">
      <dgm:prSet/>
      <dgm:spPr/>
      <dgm:t>
        <a:bodyPr/>
        <a:lstStyle/>
        <a:p>
          <a:endParaRPr lang="es-MX"/>
        </a:p>
      </dgm:t>
    </dgm:pt>
    <dgm:pt modelId="{D29D9BC9-43F6-4116-969C-2F4801E41A5B}">
      <dgm:prSet/>
      <dgm:spPr/>
      <dgm:t>
        <a:bodyPr/>
        <a:lstStyle/>
        <a:p>
          <a:r>
            <a:rPr lang="es-MX"/>
            <a:t>Imagen digital: matriz binaria.</a:t>
          </a:r>
        </a:p>
      </dgm:t>
    </dgm:pt>
    <dgm:pt modelId="{228C05B7-229F-4DF2-B4DA-8B991F61AD29}" type="parTrans" cxnId="{D0B83687-AA25-4019-B794-64E4C4F96E20}">
      <dgm:prSet/>
      <dgm:spPr/>
      <dgm:t>
        <a:bodyPr/>
        <a:lstStyle/>
        <a:p>
          <a:endParaRPr lang="es-MX"/>
        </a:p>
      </dgm:t>
    </dgm:pt>
    <dgm:pt modelId="{8824235C-D76C-4374-AAF8-B62EC7ADA6A6}" type="sibTrans" cxnId="{D0B83687-AA25-4019-B794-64E4C4F96E20}">
      <dgm:prSet/>
      <dgm:spPr/>
      <dgm:t>
        <a:bodyPr/>
        <a:lstStyle/>
        <a:p>
          <a:endParaRPr lang="es-MX"/>
        </a:p>
      </dgm:t>
    </dgm:pt>
    <dgm:pt modelId="{B137C989-7BD0-45DF-9F54-EBB09F8B1BE3}">
      <dgm:prSet/>
      <dgm:spPr/>
      <dgm:t>
        <a:bodyPr/>
        <a:lstStyle/>
        <a:p>
          <a:r>
            <a:rPr lang="es-MX"/>
            <a:t>Tipos: mapa de bits y vectorial.</a:t>
          </a:r>
        </a:p>
      </dgm:t>
    </dgm:pt>
    <dgm:pt modelId="{4D20C44B-15CD-4C90-ACCE-11280AC3E742}" type="parTrans" cxnId="{79227A26-2E1A-4760-91A8-8062DD2DB9BC}">
      <dgm:prSet/>
      <dgm:spPr/>
      <dgm:t>
        <a:bodyPr/>
        <a:lstStyle/>
        <a:p>
          <a:endParaRPr lang="es-MX"/>
        </a:p>
      </dgm:t>
    </dgm:pt>
    <dgm:pt modelId="{8B6FECE7-CAFE-4740-B613-955280352A7A}" type="sibTrans" cxnId="{79227A26-2E1A-4760-91A8-8062DD2DB9BC}">
      <dgm:prSet/>
      <dgm:spPr/>
      <dgm:t>
        <a:bodyPr/>
        <a:lstStyle/>
        <a:p>
          <a:endParaRPr lang="es-MX"/>
        </a:p>
      </dgm:t>
    </dgm:pt>
    <dgm:pt modelId="{7AB3B0E3-CDDC-4AC6-9F68-563F7C2225FC}">
      <dgm:prSet/>
      <dgm:spPr/>
      <dgm:t>
        <a:bodyPr/>
        <a:lstStyle/>
        <a:p>
          <a:r>
            <a:rPr lang="es-MX"/>
            <a:t>Elementos: formatos, resolución y modos de color.</a:t>
          </a:r>
        </a:p>
      </dgm:t>
    </dgm:pt>
    <dgm:pt modelId="{55B4663C-3C5B-4998-97B8-EE6523877636}" type="parTrans" cxnId="{9366CF3D-823E-435B-A9B5-C82DA703CEFB}">
      <dgm:prSet/>
      <dgm:spPr/>
      <dgm:t>
        <a:bodyPr/>
        <a:lstStyle/>
        <a:p>
          <a:endParaRPr lang="es-MX"/>
        </a:p>
      </dgm:t>
    </dgm:pt>
    <dgm:pt modelId="{DA65468E-37E9-4F03-85EF-6563164DC9FD}" type="sibTrans" cxnId="{9366CF3D-823E-435B-A9B5-C82DA703CEFB}">
      <dgm:prSet/>
      <dgm:spPr/>
      <dgm:t>
        <a:bodyPr/>
        <a:lstStyle/>
        <a:p>
          <a:endParaRPr lang="es-MX"/>
        </a:p>
      </dgm:t>
    </dgm:pt>
    <dgm:pt modelId="{AAE86AEB-48B1-4CCC-B0C7-EFB954145AF1}">
      <dgm:prSet/>
      <dgm:spPr/>
      <dgm:t>
        <a:bodyPr/>
        <a:lstStyle/>
        <a:p>
          <a:r>
            <a:rPr lang="es-MX"/>
            <a:t>Procesos: composición digital y retoque digital.</a:t>
          </a:r>
        </a:p>
      </dgm:t>
    </dgm:pt>
    <dgm:pt modelId="{0868C733-6650-4422-9AC7-7F7ADC39D7EC}" type="parTrans" cxnId="{23683B96-EC8F-4591-9C77-061BB58DEDC5}">
      <dgm:prSet/>
      <dgm:spPr/>
      <dgm:t>
        <a:bodyPr/>
        <a:lstStyle/>
        <a:p>
          <a:endParaRPr lang="es-MX"/>
        </a:p>
      </dgm:t>
    </dgm:pt>
    <dgm:pt modelId="{A3AAE903-7DBC-46A4-A967-859BFBBECEE1}" type="sibTrans" cxnId="{23683B96-EC8F-4591-9C77-061BB58DEDC5}">
      <dgm:prSet/>
      <dgm:spPr/>
      <dgm:t>
        <a:bodyPr/>
        <a:lstStyle/>
        <a:p>
          <a:endParaRPr lang="es-MX"/>
        </a:p>
      </dgm:t>
    </dgm:pt>
    <dgm:pt modelId="{77B0477C-007D-4738-85C6-10769D3C4FC8}">
      <dgm:prSet/>
      <dgm:spPr/>
      <dgm:t>
        <a:bodyPr/>
        <a:lstStyle/>
        <a:p>
          <a:r>
            <a:rPr lang="es-MX"/>
            <a:t>Herramientas: </a:t>
          </a:r>
          <a:r>
            <a:rPr lang="es-MX" i="1"/>
            <a:t>software</a:t>
          </a:r>
          <a:r>
            <a:rPr lang="es-MX"/>
            <a:t> para computador, móvil y en línea.</a:t>
          </a:r>
        </a:p>
      </dgm:t>
    </dgm:pt>
    <dgm:pt modelId="{9E4F6855-B75F-4938-9BFC-265898E64383}" type="parTrans" cxnId="{9A65A3F9-D4A6-4341-9E01-6660A69FE214}">
      <dgm:prSet/>
      <dgm:spPr/>
      <dgm:t>
        <a:bodyPr/>
        <a:lstStyle/>
        <a:p>
          <a:endParaRPr lang="es-MX"/>
        </a:p>
      </dgm:t>
    </dgm:pt>
    <dgm:pt modelId="{4694C4A0-25D7-4EC5-9507-89FBF1D6C750}" type="sibTrans" cxnId="{9A65A3F9-D4A6-4341-9E01-6660A69FE214}">
      <dgm:prSet/>
      <dgm:spPr/>
      <dgm:t>
        <a:bodyPr/>
        <a:lstStyle/>
        <a:p>
          <a:endParaRPr lang="es-MX"/>
        </a:p>
      </dgm:t>
    </dgm:pt>
    <dgm:pt modelId="{C6F231AF-7D3E-40CE-9152-7C447C67EB1C}">
      <dgm:prSet custT="1"/>
      <dgm:spPr/>
      <dgm:t>
        <a:bodyPr/>
        <a:lstStyle/>
        <a:p>
          <a:r>
            <a:rPr lang="es-MX" sz="1200" b="1"/>
            <a:t>Edición de audio</a:t>
          </a:r>
          <a:endParaRPr lang="es-MX" sz="1200"/>
        </a:p>
      </dgm:t>
    </dgm:pt>
    <dgm:pt modelId="{806CC174-D485-49CF-A524-EB358347A318}" type="parTrans" cxnId="{EB1CDA4D-557A-403A-8BA5-72897B5F77F1}">
      <dgm:prSet/>
      <dgm:spPr/>
      <dgm:t>
        <a:bodyPr/>
        <a:lstStyle/>
        <a:p>
          <a:endParaRPr lang="es-MX"/>
        </a:p>
      </dgm:t>
    </dgm:pt>
    <dgm:pt modelId="{4B9BED8D-4EAD-4D68-9A2F-883B3E6A834D}" type="sibTrans" cxnId="{EB1CDA4D-557A-403A-8BA5-72897B5F77F1}">
      <dgm:prSet/>
      <dgm:spPr/>
      <dgm:t>
        <a:bodyPr/>
        <a:lstStyle/>
        <a:p>
          <a:endParaRPr lang="es-MX"/>
        </a:p>
      </dgm:t>
    </dgm:pt>
    <dgm:pt modelId="{AFD031ED-6FC4-477F-B3BE-DAC4B24692AF}">
      <dgm:prSet/>
      <dgm:spPr/>
      <dgm:t>
        <a:bodyPr/>
        <a:lstStyle/>
        <a:p>
          <a:r>
            <a:rPr lang="es-MX"/>
            <a:t>Manipulación de sonido digital.</a:t>
          </a:r>
        </a:p>
      </dgm:t>
    </dgm:pt>
    <dgm:pt modelId="{75FE6C27-DE67-4931-B915-CF0E73FFCDA8}" type="parTrans" cxnId="{9BC947F7-DAD1-45EA-8544-42D1E1A1D899}">
      <dgm:prSet/>
      <dgm:spPr/>
      <dgm:t>
        <a:bodyPr/>
        <a:lstStyle/>
        <a:p>
          <a:endParaRPr lang="es-MX"/>
        </a:p>
      </dgm:t>
    </dgm:pt>
    <dgm:pt modelId="{179635ED-7A83-4032-8DAD-8A8159C09543}" type="sibTrans" cxnId="{9BC947F7-DAD1-45EA-8544-42D1E1A1D899}">
      <dgm:prSet/>
      <dgm:spPr/>
      <dgm:t>
        <a:bodyPr/>
        <a:lstStyle/>
        <a:p>
          <a:endParaRPr lang="es-MX"/>
        </a:p>
      </dgm:t>
    </dgm:pt>
    <dgm:pt modelId="{B7ACE813-218F-4B79-9A44-A49B58EE4ABE}">
      <dgm:prSet/>
      <dgm:spPr/>
      <dgm:t>
        <a:bodyPr/>
        <a:lstStyle/>
        <a:p>
          <a:r>
            <a:rPr lang="es-MX"/>
            <a:t>Formatos con pérdida y sin pérdida.</a:t>
          </a:r>
        </a:p>
      </dgm:t>
    </dgm:pt>
    <dgm:pt modelId="{71433295-E221-4BD2-BF6E-E150B57DBB45}" type="parTrans" cxnId="{45D03B19-70AA-4A99-951D-F20ED373D571}">
      <dgm:prSet/>
      <dgm:spPr/>
      <dgm:t>
        <a:bodyPr/>
        <a:lstStyle/>
        <a:p>
          <a:endParaRPr lang="es-MX"/>
        </a:p>
      </dgm:t>
    </dgm:pt>
    <dgm:pt modelId="{6B5F417C-4BAF-489C-9BF9-6E42F6C011C1}" type="sibTrans" cxnId="{45D03B19-70AA-4A99-951D-F20ED373D571}">
      <dgm:prSet/>
      <dgm:spPr/>
      <dgm:t>
        <a:bodyPr/>
        <a:lstStyle/>
        <a:p>
          <a:endParaRPr lang="es-MX"/>
        </a:p>
      </dgm:t>
    </dgm:pt>
    <dgm:pt modelId="{BBD5FB4A-F2FB-4CAF-AD35-7076F887AFCC}">
      <dgm:prSet/>
      <dgm:spPr/>
      <dgm:t>
        <a:bodyPr/>
        <a:lstStyle/>
        <a:p>
          <a:r>
            <a:rPr lang="es-MX"/>
            <a:t>Almacenamiento y transmisión en línea.</a:t>
          </a:r>
        </a:p>
      </dgm:t>
    </dgm:pt>
    <dgm:pt modelId="{284836B8-8016-4382-A7C5-07B7E54BAEDB}" type="parTrans" cxnId="{DD956496-E96E-478F-BC96-90F6CA28CF57}">
      <dgm:prSet/>
      <dgm:spPr/>
      <dgm:t>
        <a:bodyPr/>
        <a:lstStyle/>
        <a:p>
          <a:endParaRPr lang="es-MX"/>
        </a:p>
      </dgm:t>
    </dgm:pt>
    <dgm:pt modelId="{4933CF69-18E1-4380-BCC9-CAE1B136D51D}" type="sibTrans" cxnId="{DD956496-E96E-478F-BC96-90F6CA28CF57}">
      <dgm:prSet/>
      <dgm:spPr/>
      <dgm:t>
        <a:bodyPr/>
        <a:lstStyle/>
        <a:p>
          <a:endParaRPr lang="es-MX"/>
        </a:p>
      </dgm:t>
    </dgm:pt>
    <dgm:pt modelId="{B254880C-B31C-4599-8FB3-F5C2C7F5C11C}">
      <dgm:prSet/>
      <dgm:spPr/>
      <dgm:t>
        <a:bodyPr/>
        <a:lstStyle/>
        <a:p>
          <a:r>
            <a:rPr lang="es-MX"/>
            <a:t>Programas</a:t>
          </a:r>
          <a:r>
            <a:rPr lang="es-MX" i="1"/>
            <a:t> offline </a:t>
          </a:r>
          <a:r>
            <a:rPr lang="es-MX"/>
            <a:t>para Windows y Mac.</a:t>
          </a:r>
        </a:p>
      </dgm:t>
    </dgm:pt>
    <dgm:pt modelId="{F38C4D04-B9C6-4039-83DD-91FAFB6D7399}" type="parTrans" cxnId="{683EDB9D-66A1-4133-BE4E-39BAD88B12D6}">
      <dgm:prSet/>
      <dgm:spPr/>
      <dgm:t>
        <a:bodyPr/>
        <a:lstStyle/>
        <a:p>
          <a:endParaRPr lang="es-MX"/>
        </a:p>
      </dgm:t>
    </dgm:pt>
    <dgm:pt modelId="{F5CB398F-7E9B-4804-B349-B16753C35F67}" type="sibTrans" cxnId="{683EDB9D-66A1-4133-BE4E-39BAD88B12D6}">
      <dgm:prSet/>
      <dgm:spPr/>
      <dgm:t>
        <a:bodyPr/>
        <a:lstStyle/>
        <a:p>
          <a:endParaRPr lang="es-MX"/>
        </a:p>
      </dgm:t>
    </dgm:pt>
    <dgm:pt modelId="{D46DD5C1-9E6F-4070-B5CB-9B61757E2098}">
      <dgm:prSet custT="1"/>
      <dgm:spPr/>
      <dgm:t>
        <a:bodyPr/>
        <a:lstStyle/>
        <a:p>
          <a:r>
            <a:rPr lang="es-MX" sz="1200" b="1"/>
            <a:t>Edición de video</a:t>
          </a:r>
          <a:endParaRPr lang="es-MX" sz="1200"/>
        </a:p>
      </dgm:t>
    </dgm:pt>
    <dgm:pt modelId="{F99B7853-62BD-4B6B-96FB-58847004EF12}" type="parTrans" cxnId="{1DF357F7-447D-4C21-A5B3-4C58E2A6C96E}">
      <dgm:prSet/>
      <dgm:spPr/>
      <dgm:t>
        <a:bodyPr/>
        <a:lstStyle/>
        <a:p>
          <a:endParaRPr lang="es-MX"/>
        </a:p>
      </dgm:t>
    </dgm:pt>
    <dgm:pt modelId="{2409331C-DCD7-4E1E-9443-1C38FCE8FF9D}" type="sibTrans" cxnId="{1DF357F7-447D-4C21-A5B3-4C58E2A6C96E}">
      <dgm:prSet/>
      <dgm:spPr/>
      <dgm:t>
        <a:bodyPr/>
        <a:lstStyle/>
        <a:p>
          <a:endParaRPr lang="es-MX"/>
        </a:p>
      </dgm:t>
    </dgm:pt>
    <dgm:pt modelId="{884D2FE6-BB53-4185-BB90-8FD47D98794D}">
      <dgm:prSet/>
      <dgm:spPr/>
      <dgm:t>
        <a:bodyPr/>
        <a:lstStyle/>
        <a:p>
          <a:r>
            <a:rPr lang="es-MX"/>
            <a:t>Integra imagen en movimiento y sonido.</a:t>
          </a:r>
        </a:p>
      </dgm:t>
    </dgm:pt>
    <dgm:pt modelId="{0600C4CA-876C-411F-8E2D-2C34B9673C51}" type="parTrans" cxnId="{084EB5E2-3E06-4426-8340-EE1F007504A9}">
      <dgm:prSet/>
      <dgm:spPr/>
      <dgm:t>
        <a:bodyPr/>
        <a:lstStyle/>
        <a:p>
          <a:endParaRPr lang="es-MX"/>
        </a:p>
      </dgm:t>
    </dgm:pt>
    <dgm:pt modelId="{611D34E1-7428-4EC6-91BE-BE413CC922D1}" type="sibTrans" cxnId="{084EB5E2-3E06-4426-8340-EE1F007504A9}">
      <dgm:prSet/>
      <dgm:spPr/>
      <dgm:t>
        <a:bodyPr/>
        <a:lstStyle/>
        <a:p>
          <a:endParaRPr lang="es-MX"/>
        </a:p>
      </dgm:t>
    </dgm:pt>
    <dgm:pt modelId="{DA94AAA7-FF46-41A0-944B-9883AAE2D08A}">
      <dgm:prSet/>
      <dgm:spPr/>
      <dgm:t>
        <a:bodyPr/>
        <a:lstStyle/>
        <a:p>
          <a:r>
            <a:rPr lang="es-MX"/>
            <a:t>Elementos narrativos: fotograma, secuencia, escena, toma.</a:t>
          </a:r>
        </a:p>
      </dgm:t>
    </dgm:pt>
    <dgm:pt modelId="{B99E8301-6FA3-4962-835C-DAC6FE094DEB}" type="parTrans" cxnId="{10232AF9-458D-4F19-B79E-A28E420B3ABE}">
      <dgm:prSet/>
      <dgm:spPr/>
      <dgm:t>
        <a:bodyPr/>
        <a:lstStyle/>
        <a:p>
          <a:endParaRPr lang="es-MX"/>
        </a:p>
      </dgm:t>
    </dgm:pt>
    <dgm:pt modelId="{2B23B498-7F5A-4F94-9DF7-877A24A64674}" type="sibTrans" cxnId="{10232AF9-458D-4F19-B79E-A28E420B3ABE}">
      <dgm:prSet/>
      <dgm:spPr/>
      <dgm:t>
        <a:bodyPr/>
        <a:lstStyle/>
        <a:p>
          <a:endParaRPr lang="es-MX"/>
        </a:p>
      </dgm:t>
    </dgm:pt>
    <dgm:pt modelId="{57A97616-82B3-47CF-8524-8F3945288222}">
      <dgm:prSet/>
      <dgm:spPr/>
      <dgm:t>
        <a:bodyPr/>
        <a:lstStyle/>
        <a:p>
          <a:r>
            <a:rPr lang="es-MX"/>
            <a:t>Tipos de planos y movimientos de cámara.</a:t>
          </a:r>
        </a:p>
      </dgm:t>
    </dgm:pt>
    <dgm:pt modelId="{568AEBA7-34F7-46D4-98AF-C97708103E07}" type="parTrans" cxnId="{6C07B46B-0340-4535-BA32-18DEA7A9AE31}">
      <dgm:prSet/>
      <dgm:spPr/>
      <dgm:t>
        <a:bodyPr/>
        <a:lstStyle/>
        <a:p>
          <a:endParaRPr lang="es-MX"/>
        </a:p>
      </dgm:t>
    </dgm:pt>
    <dgm:pt modelId="{A51B1820-8DBE-48D2-BB4F-FED3F55682A0}" type="sibTrans" cxnId="{6C07B46B-0340-4535-BA32-18DEA7A9AE31}">
      <dgm:prSet/>
      <dgm:spPr/>
      <dgm:t>
        <a:bodyPr/>
        <a:lstStyle/>
        <a:p>
          <a:endParaRPr lang="es-MX"/>
        </a:p>
      </dgm:t>
    </dgm:pt>
    <dgm:pt modelId="{33F04FF6-E80A-4C73-B9A4-569C724ECC92}">
      <dgm:prSet/>
      <dgm:spPr/>
      <dgm:t>
        <a:bodyPr/>
        <a:lstStyle/>
        <a:p>
          <a:r>
            <a:rPr lang="es-MX"/>
            <a:t>Proceso digital y posproducción.</a:t>
          </a:r>
        </a:p>
      </dgm:t>
    </dgm:pt>
    <dgm:pt modelId="{BD9A5557-27E0-4273-9822-D68D8F93194E}" type="parTrans" cxnId="{D89011CD-0467-4F25-9436-11C2A4A5C1AF}">
      <dgm:prSet/>
      <dgm:spPr/>
      <dgm:t>
        <a:bodyPr/>
        <a:lstStyle/>
        <a:p>
          <a:endParaRPr lang="es-MX"/>
        </a:p>
      </dgm:t>
    </dgm:pt>
    <dgm:pt modelId="{374E6423-C90F-469A-A0FB-79D0696660D0}" type="sibTrans" cxnId="{D89011CD-0467-4F25-9436-11C2A4A5C1AF}">
      <dgm:prSet/>
      <dgm:spPr/>
      <dgm:t>
        <a:bodyPr/>
        <a:lstStyle/>
        <a:p>
          <a:endParaRPr lang="es-MX"/>
        </a:p>
      </dgm:t>
    </dgm:pt>
    <dgm:pt modelId="{A70A5C5E-0C18-40C4-BA92-18FC735E10C2}">
      <dgm:prSet/>
      <dgm:spPr/>
      <dgm:t>
        <a:bodyPr/>
        <a:lstStyle/>
        <a:p>
          <a:r>
            <a:rPr lang="es-MX"/>
            <a:t>Programas profesionales de edición.</a:t>
          </a:r>
        </a:p>
      </dgm:t>
    </dgm:pt>
    <dgm:pt modelId="{14DEF2A8-48BC-45BC-A186-8F4AEAA51754}" type="parTrans" cxnId="{0C228624-784F-48E8-AEFE-3B49BB732138}">
      <dgm:prSet/>
      <dgm:spPr/>
      <dgm:t>
        <a:bodyPr/>
        <a:lstStyle/>
        <a:p>
          <a:endParaRPr lang="es-MX"/>
        </a:p>
      </dgm:t>
    </dgm:pt>
    <dgm:pt modelId="{345E2EA9-6FA3-4685-86DE-B5558B6D4392}" type="sibTrans" cxnId="{0C228624-784F-48E8-AEFE-3B49BB732138}">
      <dgm:prSet/>
      <dgm:spPr/>
      <dgm:t>
        <a:bodyPr/>
        <a:lstStyle/>
        <a:p>
          <a:endParaRPr lang="es-MX"/>
        </a:p>
      </dgm:t>
    </dgm:pt>
    <dgm:pt modelId="{8C0F8DEB-74A1-4559-A4AE-3931147B7B93}">
      <dgm:prSet custT="1"/>
      <dgm:spPr/>
      <dgm:t>
        <a:bodyPr/>
        <a:lstStyle/>
        <a:p>
          <a:r>
            <a:rPr lang="es-MX" sz="1200" b="1"/>
            <a:t>Creación web</a:t>
          </a:r>
          <a:endParaRPr lang="es-MX" sz="1200"/>
        </a:p>
      </dgm:t>
    </dgm:pt>
    <dgm:pt modelId="{D668B6E1-1CA2-4BC2-8A8B-D8A7BEB411EC}" type="parTrans" cxnId="{17CF08FE-B52E-4E4C-B4B2-99F83C1DE046}">
      <dgm:prSet/>
      <dgm:spPr/>
      <dgm:t>
        <a:bodyPr/>
        <a:lstStyle/>
        <a:p>
          <a:endParaRPr lang="es-MX"/>
        </a:p>
      </dgm:t>
    </dgm:pt>
    <dgm:pt modelId="{C9C2AD89-8E41-4CD5-912C-92402DA8EC83}" type="sibTrans" cxnId="{17CF08FE-B52E-4E4C-B4B2-99F83C1DE046}">
      <dgm:prSet/>
      <dgm:spPr/>
      <dgm:t>
        <a:bodyPr/>
        <a:lstStyle/>
        <a:p>
          <a:endParaRPr lang="es-MX"/>
        </a:p>
      </dgm:t>
    </dgm:pt>
    <dgm:pt modelId="{3C167513-DA2D-4142-A95A-F511BB9C66A4}">
      <dgm:prSet/>
      <dgm:spPr/>
      <dgm:t>
        <a:bodyPr/>
        <a:lstStyle/>
        <a:p>
          <a:r>
            <a:rPr lang="es-MX"/>
            <a:t>Integra diseño, estrategia y tecnología.</a:t>
          </a:r>
        </a:p>
      </dgm:t>
    </dgm:pt>
    <dgm:pt modelId="{845F0EA6-DD0C-4692-BD47-D255FC1190A2}" type="parTrans" cxnId="{39AF0E0A-FF8E-46D0-9EFE-DE3A2B924D4E}">
      <dgm:prSet/>
      <dgm:spPr/>
      <dgm:t>
        <a:bodyPr/>
        <a:lstStyle/>
        <a:p>
          <a:endParaRPr lang="es-MX"/>
        </a:p>
      </dgm:t>
    </dgm:pt>
    <dgm:pt modelId="{42A5EF0C-488C-4566-84FE-9A528A46331C}" type="sibTrans" cxnId="{39AF0E0A-FF8E-46D0-9EFE-DE3A2B924D4E}">
      <dgm:prSet/>
      <dgm:spPr/>
      <dgm:t>
        <a:bodyPr/>
        <a:lstStyle/>
        <a:p>
          <a:endParaRPr lang="es-MX"/>
        </a:p>
      </dgm:t>
    </dgm:pt>
    <dgm:pt modelId="{ED35D030-26C0-402E-AD0A-F7500280D008}">
      <dgm:prSet/>
      <dgm:spPr/>
      <dgm:t>
        <a:bodyPr/>
        <a:lstStyle/>
        <a:p>
          <a:r>
            <a:rPr lang="es-MX"/>
            <a:t>Fases: contacto, planificación, concepto, diseño, desarrollo y lanzamiento.</a:t>
          </a:r>
        </a:p>
      </dgm:t>
    </dgm:pt>
    <dgm:pt modelId="{B3812819-C7A5-4766-8537-CB56010A8F98}" type="parTrans" cxnId="{04FB278C-D439-4EA2-B20C-A9D96EF77C82}">
      <dgm:prSet/>
      <dgm:spPr/>
      <dgm:t>
        <a:bodyPr/>
        <a:lstStyle/>
        <a:p>
          <a:endParaRPr lang="es-MX"/>
        </a:p>
      </dgm:t>
    </dgm:pt>
    <dgm:pt modelId="{D2208B8B-D42F-44B0-B576-22CD41101C8F}" type="sibTrans" cxnId="{04FB278C-D439-4EA2-B20C-A9D96EF77C82}">
      <dgm:prSet/>
      <dgm:spPr/>
      <dgm:t>
        <a:bodyPr/>
        <a:lstStyle/>
        <a:p>
          <a:endParaRPr lang="es-MX"/>
        </a:p>
      </dgm:t>
    </dgm:pt>
    <dgm:pt modelId="{0D21747A-CB2D-46D1-A80B-F41A4955F89B}">
      <dgm:prSet/>
      <dgm:spPr/>
      <dgm:t>
        <a:bodyPr/>
        <a:lstStyle/>
        <a:p>
          <a:r>
            <a:rPr lang="es-MX"/>
            <a:t>Arquitectura: servidores, bases de datos, HTML e interlinking.</a:t>
          </a:r>
        </a:p>
      </dgm:t>
    </dgm:pt>
    <dgm:pt modelId="{5BD816CF-1C06-4B9F-98A2-C0FCA564DC28}" type="parTrans" cxnId="{CFD69C7C-CEF4-4274-B55E-9FC462A287C4}">
      <dgm:prSet/>
      <dgm:spPr/>
      <dgm:t>
        <a:bodyPr/>
        <a:lstStyle/>
        <a:p>
          <a:endParaRPr lang="es-MX"/>
        </a:p>
      </dgm:t>
    </dgm:pt>
    <dgm:pt modelId="{CF4698A0-D9B8-4817-B242-71985D13F5EE}" type="sibTrans" cxnId="{CFD69C7C-CEF4-4274-B55E-9FC462A287C4}">
      <dgm:prSet/>
      <dgm:spPr/>
      <dgm:t>
        <a:bodyPr/>
        <a:lstStyle/>
        <a:p>
          <a:endParaRPr lang="es-MX"/>
        </a:p>
      </dgm:t>
    </dgm:pt>
    <dgm:pt modelId="{1BC1D1AE-5620-4B11-907E-D40964857971}">
      <dgm:prSet/>
      <dgm:spPr/>
      <dgm:t>
        <a:bodyPr/>
        <a:lstStyle/>
        <a:p>
          <a:r>
            <a:rPr lang="es-MX"/>
            <a:t>Diagramación: </a:t>
          </a:r>
          <a:r>
            <a:rPr lang="es-MX" i="1"/>
            <a:t>blueprints, wireframes, mockups</a:t>
          </a:r>
          <a:r>
            <a:rPr lang="es-MX"/>
            <a:t> y prototipos.</a:t>
          </a:r>
        </a:p>
      </dgm:t>
    </dgm:pt>
    <dgm:pt modelId="{1FC80C41-5077-4476-909C-04AE85E3D60F}" type="parTrans" cxnId="{0A795DBE-D119-47C3-8E01-F1298D2DB930}">
      <dgm:prSet/>
      <dgm:spPr/>
      <dgm:t>
        <a:bodyPr/>
        <a:lstStyle/>
        <a:p>
          <a:endParaRPr lang="es-MX"/>
        </a:p>
      </dgm:t>
    </dgm:pt>
    <dgm:pt modelId="{1348BC30-3853-41E3-B1FF-DCA245F96418}" type="sibTrans" cxnId="{0A795DBE-D119-47C3-8E01-F1298D2DB930}">
      <dgm:prSet/>
      <dgm:spPr/>
      <dgm:t>
        <a:bodyPr/>
        <a:lstStyle/>
        <a:p>
          <a:endParaRPr lang="es-MX"/>
        </a:p>
      </dgm:t>
    </dgm:pt>
    <dgm:pt modelId="{2825EB8E-652D-4DEC-BFC4-78BB86272C97}">
      <dgm:prSet custT="1"/>
      <dgm:spPr/>
      <dgm:t>
        <a:bodyPr/>
        <a:lstStyle/>
        <a:p>
          <a:r>
            <a:rPr lang="es-MX" sz="1200" b="1"/>
            <a:t>Maquetación y </a:t>
          </a:r>
          <a:r>
            <a:rPr lang="es-MX" sz="1200" b="1" i="1"/>
            <a:t>frontend</a:t>
          </a:r>
          <a:endParaRPr lang="es-MX" sz="1200"/>
        </a:p>
      </dgm:t>
    </dgm:pt>
    <dgm:pt modelId="{36CD2630-9A1D-42C2-826C-CA398C666862}" type="parTrans" cxnId="{1921A582-6737-4B27-8746-2752D476F0AB}">
      <dgm:prSet/>
      <dgm:spPr/>
      <dgm:t>
        <a:bodyPr/>
        <a:lstStyle/>
        <a:p>
          <a:endParaRPr lang="es-MX"/>
        </a:p>
      </dgm:t>
    </dgm:pt>
    <dgm:pt modelId="{06D39DFF-42C9-42E6-BFE3-3FA108348670}" type="sibTrans" cxnId="{1921A582-6737-4B27-8746-2752D476F0AB}">
      <dgm:prSet/>
      <dgm:spPr/>
      <dgm:t>
        <a:bodyPr/>
        <a:lstStyle/>
        <a:p>
          <a:endParaRPr lang="es-MX"/>
        </a:p>
      </dgm:t>
    </dgm:pt>
    <dgm:pt modelId="{F881F10B-6D55-4AFB-9F38-E85FB80D2AEC}">
      <dgm:prSet/>
      <dgm:spPr/>
      <dgm:t>
        <a:bodyPr/>
        <a:lstStyle/>
        <a:p>
          <a:r>
            <a:rPr lang="es-MX"/>
            <a:t>Separación contenido-presentación.</a:t>
          </a:r>
        </a:p>
      </dgm:t>
    </dgm:pt>
    <dgm:pt modelId="{F3422998-4A70-4AE7-BD71-957279736BFC}" type="parTrans" cxnId="{A28BD349-09A3-4E91-B0EE-1D3DA7F7415C}">
      <dgm:prSet/>
      <dgm:spPr/>
      <dgm:t>
        <a:bodyPr/>
        <a:lstStyle/>
        <a:p>
          <a:endParaRPr lang="es-MX"/>
        </a:p>
      </dgm:t>
    </dgm:pt>
    <dgm:pt modelId="{C6886E70-7C7C-4628-A34C-4C3CD4AF68D8}" type="sibTrans" cxnId="{A28BD349-09A3-4E91-B0EE-1D3DA7F7415C}">
      <dgm:prSet/>
      <dgm:spPr/>
      <dgm:t>
        <a:bodyPr/>
        <a:lstStyle/>
        <a:p>
          <a:endParaRPr lang="es-MX"/>
        </a:p>
      </dgm:t>
    </dgm:pt>
    <dgm:pt modelId="{4924A9E1-5EDF-40DD-8F0C-3C8CA44AB9F2}">
      <dgm:prSet/>
      <dgm:spPr/>
      <dgm:t>
        <a:bodyPr/>
        <a:lstStyle/>
        <a:p>
          <a:r>
            <a:rPr lang="es-MX"/>
            <a:t>Uso de estándares W3C.</a:t>
          </a:r>
        </a:p>
      </dgm:t>
    </dgm:pt>
    <dgm:pt modelId="{70B7C4DA-C627-417A-A54B-279272F4483A}" type="parTrans" cxnId="{71969245-6E44-454A-AB83-3E90519F1C80}">
      <dgm:prSet/>
      <dgm:spPr/>
      <dgm:t>
        <a:bodyPr/>
        <a:lstStyle/>
        <a:p>
          <a:endParaRPr lang="es-MX"/>
        </a:p>
      </dgm:t>
    </dgm:pt>
    <dgm:pt modelId="{2996581C-4E5E-4701-8F44-A80576E84E3E}" type="sibTrans" cxnId="{71969245-6E44-454A-AB83-3E90519F1C80}">
      <dgm:prSet/>
      <dgm:spPr/>
      <dgm:t>
        <a:bodyPr/>
        <a:lstStyle/>
        <a:p>
          <a:endParaRPr lang="es-MX"/>
        </a:p>
      </dgm:t>
    </dgm:pt>
    <dgm:pt modelId="{9A6E8180-22C5-416E-9E2A-785CAEE92CCB}">
      <dgm:prSet/>
      <dgm:spPr/>
      <dgm:t>
        <a:bodyPr/>
        <a:lstStyle/>
        <a:p>
          <a:r>
            <a:rPr lang="es-MX"/>
            <a:t>Lenguajes: HTML5, CSS3, JavaScript.</a:t>
          </a:r>
        </a:p>
      </dgm:t>
    </dgm:pt>
    <dgm:pt modelId="{97FF9BAD-965E-4ACC-ACBA-E8E7C0C4E935}" type="parTrans" cxnId="{D57F48BA-4057-4B86-9F75-3A715697D442}">
      <dgm:prSet/>
      <dgm:spPr/>
      <dgm:t>
        <a:bodyPr/>
        <a:lstStyle/>
        <a:p>
          <a:endParaRPr lang="es-MX"/>
        </a:p>
      </dgm:t>
    </dgm:pt>
    <dgm:pt modelId="{F7A82D9B-5D4B-42A3-9191-16B3419689CF}" type="sibTrans" cxnId="{D57F48BA-4057-4B86-9F75-3A715697D442}">
      <dgm:prSet/>
      <dgm:spPr/>
      <dgm:t>
        <a:bodyPr/>
        <a:lstStyle/>
        <a:p>
          <a:endParaRPr lang="es-MX"/>
        </a:p>
      </dgm:t>
    </dgm:pt>
    <dgm:pt modelId="{81111086-3CB8-465C-9814-B935DB38EBD4}">
      <dgm:prSet/>
      <dgm:spPr/>
      <dgm:t>
        <a:bodyPr/>
        <a:lstStyle/>
        <a:p>
          <a:r>
            <a:rPr lang="es-MX"/>
            <a:t>Frameworks como base estructural.</a:t>
          </a:r>
        </a:p>
      </dgm:t>
    </dgm:pt>
    <dgm:pt modelId="{B61BD92F-CE38-4326-A7F8-C36048E79F98}" type="parTrans" cxnId="{A49A0A23-C887-455B-8257-6E85693E90F3}">
      <dgm:prSet/>
      <dgm:spPr/>
      <dgm:t>
        <a:bodyPr/>
        <a:lstStyle/>
        <a:p>
          <a:endParaRPr lang="es-MX"/>
        </a:p>
      </dgm:t>
    </dgm:pt>
    <dgm:pt modelId="{F89582BF-5F37-4E6C-B3DB-7FC8C5539BB9}" type="sibTrans" cxnId="{A49A0A23-C887-455B-8257-6E85693E90F3}">
      <dgm:prSet/>
      <dgm:spPr/>
      <dgm:t>
        <a:bodyPr/>
        <a:lstStyle/>
        <a:p>
          <a:endParaRPr lang="es-MX"/>
        </a:p>
      </dgm:t>
    </dgm:pt>
    <dgm:pt modelId="{350D20CC-666A-4090-94D0-14B2EB962A0B}">
      <dgm:prSet custT="1"/>
      <dgm:spPr/>
      <dgm:t>
        <a:bodyPr/>
        <a:lstStyle/>
        <a:p>
          <a:r>
            <a:rPr lang="es-MX" sz="1200" b="1"/>
            <a:t>Web responsive y SEO</a:t>
          </a:r>
          <a:endParaRPr lang="es-MX" sz="1200"/>
        </a:p>
      </dgm:t>
    </dgm:pt>
    <dgm:pt modelId="{3691785C-8B3A-4D29-AE8D-81D9FDD4049B}" type="parTrans" cxnId="{5CBEA286-4641-4911-9AB1-5BF250A37A26}">
      <dgm:prSet/>
      <dgm:spPr/>
      <dgm:t>
        <a:bodyPr/>
        <a:lstStyle/>
        <a:p>
          <a:endParaRPr lang="es-MX"/>
        </a:p>
      </dgm:t>
    </dgm:pt>
    <dgm:pt modelId="{CDB69985-24EF-43B7-83D7-C29A182D7D05}" type="sibTrans" cxnId="{5CBEA286-4641-4911-9AB1-5BF250A37A26}">
      <dgm:prSet/>
      <dgm:spPr/>
      <dgm:t>
        <a:bodyPr/>
        <a:lstStyle/>
        <a:p>
          <a:endParaRPr lang="es-MX"/>
        </a:p>
      </dgm:t>
    </dgm:pt>
    <dgm:pt modelId="{CC4A2A5C-3726-49AD-B0FB-3FE81BC9C1D9}">
      <dgm:prSet/>
      <dgm:spPr/>
      <dgm:t>
        <a:bodyPr/>
        <a:lstStyle/>
        <a:p>
          <a:r>
            <a:rPr lang="es-MX"/>
            <a:t>Adaptación a múltiples dispositivos.</a:t>
          </a:r>
        </a:p>
      </dgm:t>
    </dgm:pt>
    <dgm:pt modelId="{587E0345-24A0-430D-B73A-3E0AA59587A3}" type="parTrans" cxnId="{050E5366-9D27-4BCB-9328-1A277F1EDA15}">
      <dgm:prSet/>
      <dgm:spPr/>
      <dgm:t>
        <a:bodyPr/>
        <a:lstStyle/>
        <a:p>
          <a:endParaRPr lang="es-MX"/>
        </a:p>
      </dgm:t>
    </dgm:pt>
    <dgm:pt modelId="{7DDBA9D0-462F-4D5D-B189-61B4C7E85EFE}" type="sibTrans" cxnId="{050E5366-9D27-4BCB-9328-1A277F1EDA15}">
      <dgm:prSet/>
      <dgm:spPr/>
      <dgm:t>
        <a:bodyPr/>
        <a:lstStyle/>
        <a:p>
          <a:endParaRPr lang="es-MX"/>
        </a:p>
      </dgm:t>
    </dgm:pt>
    <dgm:pt modelId="{238E8EB3-30CD-4C02-ADF7-E203427E4956}">
      <dgm:prSet/>
      <dgm:spPr/>
      <dgm:t>
        <a:bodyPr/>
        <a:lstStyle/>
        <a:p>
          <a:r>
            <a:rPr lang="es-MX"/>
            <a:t>Uso de l</a:t>
          </a:r>
          <a:r>
            <a:rPr lang="es-MX" i="1"/>
            <a:t>ayouts</a:t>
          </a:r>
          <a:r>
            <a:rPr lang="es-MX"/>
            <a:t> fluidos y </a:t>
          </a:r>
          <a:r>
            <a:rPr lang="es-MX" i="1"/>
            <a:t>media queries.</a:t>
          </a:r>
          <a:endParaRPr lang="es-MX"/>
        </a:p>
      </dgm:t>
    </dgm:pt>
    <dgm:pt modelId="{5C89B664-A57F-46D9-895E-9C0B371607E1}" type="parTrans" cxnId="{0CE2BBEA-DE76-44BB-93B2-F06BAE230BBD}">
      <dgm:prSet/>
      <dgm:spPr/>
      <dgm:t>
        <a:bodyPr/>
        <a:lstStyle/>
        <a:p>
          <a:endParaRPr lang="es-MX"/>
        </a:p>
      </dgm:t>
    </dgm:pt>
    <dgm:pt modelId="{FE5F71C7-BD65-4422-B0C5-45D6843BCB18}" type="sibTrans" cxnId="{0CE2BBEA-DE76-44BB-93B2-F06BAE230BBD}">
      <dgm:prSet/>
      <dgm:spPr/>
      <dgm:t>
        <a:bodyPr/>
        <a:lstStyle/>
        <a:p>
          <a:endParaRPr lang="es-MX"/>
        </a:p>
      </dgm:t>
    </dgm:pt>
    <dgm:pt modelId="{44781519-001B-41BF-8B7A-C8DA4EEDAE2F}">
      <dgm:prSet/>
      <dgm:spPr/>
      <dgm:t>
        <a:bodyPr/>
        <a:lstStyle/>
        <a:p>
          <a:r>
            <a:rPr lang="es-MX"/>
            <a:t>Mejora posicionamiento y experiencia de usuario.</a:t>
          </a:r>
        </a:p>
      </dgm:t>
    </dgm:pt>
    <dgm:pt modelId="{508A3628-2A71-475E-A26F-734167778669}" type="parTrans" cxnId="{EEE82FB0-D590-4781-A465-775F0887C683}">
      <dgm:prSet/>
      <dgm:spPr/>
      <dgm:t>
        <a:bodyPr/>
        <a:lstStyle/>
        <a:p>
          <a:endParaRPr lang="es-MX"/>
        </a:p>
      </dgm:t>
    </dgm:pt>
    <dgm:pt modelId="{00F9541F-F96E-497A-909A-8AAE59CEF518}" type="sibTrans" cxnId="{EEE82FB0-D590-4781-A465-775F0887C683}">
      <dgm:prSet/>
      <dgm:spPr/>
      <dgm:t>
        <a:bodyPr/>
        <a:lstStyle/>
        <a:p>
          <a:endParaRPr lang="es-MX"/>
        </a:p>
      </dgm:t>
    </dgm:pt>
    <dgm:pt modelId="{49448424-1642-469E-A52C-E7FA609C7EC4}">
      <dgm:prSet/>
      <dgm:spPr/>
      <dgm:t>
        <a:bodyPr/>
        <a:lstStyle/>
        <a:p>
          <a:r>
            <a:rPr lang="es-MX"/>
            <a:t>Optimiza alcance digital.</a:t>
          </a:r>
        </a:p>
      </dgm:t>
    </dgm:pt>
    <dgm:pt modelId="{A257F435-2BEC-4D3C-B676-56AD5BA9759C}" type="parTrans" cxnId="{B49B8B72-82DB-4B79-92D6-470A929685B4}">
      <dgm:prSet/>
      <dgm:spPr/>
      <dgm:t>
        <a:bodyPr/>
        <a:lstStyle/>
        <a:p>
          <a:endParaRPr lang="es-MX"/>
        </a:p>
      </dgm:t>
    </dgm:pt>
    <dgm:pt modelId="{7B5F62FC-F21B-435B-B62C-FABF100DCD09}" type="sibTrans" cxnId="{B49B8B72-82DB-4B79-92D6-470A929685B4}">
      <dgm:prSet/>
      <dgm:spPr/>
      <dgm:t>
        <a:bodyPr/>
        <a:lstStyle/>
        <a:p>
          <a:endParaRPr lang="es-MX"/>
        </a:p>
      </dgm:t>
    </dgm:pt>
    <dgm:pt modelId="{CA8FA8E8-9241-42FF-975D-E7BACEE2B51E}" type="pres">
      <dgm:prSet presAssocID="{D0E778BA-E6FD-4650-B876-7E13511F487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BD9F78AD-9DF9-45A2-A8E5-A718AA4F1FD5}" type="pres">
      <dgm:prSet presAssocID="{96FE6D76-DDE5-41EF-B2FE-2C19FAAA9045}" presName="hierRoot1" presStyleCnt="0">
        <dgm:presLayoutVars>
          <dgm:hierBranch val="init"/>
        </dgm:presLayoutVars>
      </dgm:prSet>
      <dgm:spPr/>
    </dgm:pt>
    <dgm:pt modelId="{F0174E61-5235-4814-81C0-4B7AE985C6A8}" type="pres">
      <dgm:prSet presAssocID="{96FE6D76-DDE5-41EF-B2FE-2C19FAAA9045}" presName="rootComposite1" presStyleCnt="0"/>
      <dgm:spPr/>
    </dgm:pt>
    <dgm:pt modelId="{B685965B-5B54-4A0D-B6B1-63AA7C33897C}" type="pres">
      <dgm:prSet presAssocID="{96FE6D76-DDE5-41EF-B2FE-2C19FAAA9045}" presName="rootText1" presStyleLbl="node0" presStyleIdx="0" presStyleCnt="1" custScaleX="248228">
        <dgm:presLayoutVars>
          <dgm:chPref val="3"/>
        </dgm:presLayoutVars>
      </dgm:prSet>
      <dgm:spPr/>
    </dgm:pt>
    <dgm:pt modelId="{5984412B-D234-42C4-86B7-19AB9FAE6EAB}" type="pres">
      <dgm:prSet presAssocID="{96FE6D76-DDE5-41EF-B2FE-2C19FAAA9045}" presName="rootConnector1" presStyleLbl="node1" presStyleIdx="0" presStyleCnt="0"/>
      <dgm:spPr/>
    </dgm:pt>
    <dgm:pt modelId="{7FCB3568-B2C3-4920-873F-315BF8FCA7CA}" type="pres">
      <dgm:prSet presAssocID="{96FE6D76-DDE5-41EF-B2FE-2C19FAAA9045}" presName="hierChild2" presStyleCnt="0"/>
      <dgm:spPr/>
    </dgm:pt>
    <dgm:pt modelId="{3E831815-828E-4168-9D07-04D927AE7E2A}" type="pres">
      <dgm:prSet presAssocID="{C7756CF6-217A-4426-B8D7-D7CB4EC24F23}" presName="Name37" presStyleLbl="parChTrans1D2" presStyleIdx="0" presStyleCnt="7"/>
      <dgm:spPr/>
    </dgm:pt>
    <dgm:pt modelId="{7806B4D3-6895-4272-99D6-44F498BBCA80}" type="pres">
      <dgm:prSet presAssocID="{2599D30F-BE1F-436A-A51D-69D9ED589277}" presName="hierRoot2" presStyleCnt="0">
        <dgm:presLayoutVars>
          <dgm:hierBranch val="init"/>
        </dgm:presLayoutVars>
      </dgm:prSet>
      <dgm:spPr/>
    </dgm:pt>
    <dgm:pt modelId="{293FDB87-AAFD-4EE3-8198-14D070A2E411}" type="pres">
      <dgm:prSet presAssocID="{2599D30F-BE1F-436A-A51D-69D9ED589277}" presName="rootComposite" presStyleCnt="0"/>
      <dgm:spPr/>
    </dgm:pt>
    <dgm:pt modelId="{93D08B17-9EC3-4CEC-BDEC-CA841DCA29D5}" type="pres">
      <dgm:prSet presAssocID="{2599D30F-BE1F-436A-A51D-69D9ED589277}" presName="rootText" presStyleLbl="node2" presStyleIdx="0" presStyleCnt="7">
        <dgm:presLayoutVars>
          <dgm:chPref val="3"/>
        </dgm:presLayoutVars>
      </dgm:prSet>
      <dgm:spPr/>
    </dgm:pt>
    <dgm:pt modelId="{C28134A1-CA13-4F0A-B822-4177771C3EF5}" type="pres">
      <dgm:prSet presAssocID="{2599D30F-BE1F-436A-A51D-69D9ED589277}" presName="rootConnector" presStyleLbl="node2" presStyleIdx="0" presStyleCnt="7"/>
      <dgm:spPr/>
    </dgm:pt>
    <dgm:pt modelId="{17D0F233-B720-480D-9A89-2F9E3A346B64}" type="pres">
      <dgm:prSet presAssocID="{2599D30F-BE1F-436A-A51D-69D9ED589277}" presName="hierChild4" presStyleCnt="0"/>
      <dgm:spPr/>
    </dgm:pt>
    <dgm:pt modelId="{5F14EAB4-42B4-4493-93C4-D7C0FCF233B8}" type="pres">
      <dgm:prSet presAssocID="{18DE7A42-0D81-4B15-B15E-682076DC388E}" presName="Name37" presStyleLbl="parChTrans1D3" presStyleIdx="0" presStyleCnt="30"/>
      <dgm:spPr/>
    </dgm:pt>
    <dgm:pt modelId="{A95C76B3-C982-4F63-AB87-43DCFE60DB93}" type="pres">
      <dgm:prSet presAssocID="{DEDF4023-4AE4-4431-8129-780DB707DF2A}" presName="hierRoot2" presStyleCnt="0">
        <dgm:presLayoutVars>
          <dgm:hierBranch val="init"/>
        </dgm:presLayoutVars>
      </dgm:prSet>
      <dgm:spPr/>
    </dgm:pt>
    <dgm:pt modelId="{A00AFC23-467A-4042-920E-E42B28010932}" type="pres">
      <dgm:prSet presAssocID="{DEDF4023-4AE4-4431-8129-780DB707DF2A}" presName="rootComposite" presStyleCnt="0"/>
      <dgm:spPr/>
    </dgm:pt>
    <dgm:pt modelId="{D0D44369-3E01-4992-ACB0-B8451F988ABF}" type="pres">
      <dgm:prSet presAssocID="{DEDF4023-4AE4-4431-8129-780DB707DF2A}" presName="rootText" presStyleLbl="node3" presStyleIdx="0" presStyleCnt="30">
        <dgm:presLayoutVars>
          <dgm:chPref val="3"/>
        </dgm:presLayoutVars>
      </dgm:prSet>
      <dgm:spPr/>
    </dgm:pt>
    <dgm:pt modelId="{653924AC-5EA7-40E0-911E-70934CF4280A}" type="pres">
      <dgm:prSet presAssocID="{DEDF4023-4AE4-4431-8129-780DB707DF2A}" presName="rootConnector" presStyleLbl="node3" presStyleIdx="0" presStyleCnt="30"/>
      <dgm:spPr/>
    </dgm:pt>
    <dgm:pt modelId="{6BFACC87-1C8B-41CE-87A3-4A7E57A65D7D}" type="pres">
      <dgm:prSet presAssocID="{DEDF4023-4AE4-4431-8129-780DB707DF2A}" presName="hierChild4" presStyleCnt="0"/>
      <dgm:spPr/>
    </dgm:pt>
    <dgm:pt modelId="{7EA13713-8B41-4E5F-B237-B88C4CBEF366}" type="pres">
      <dgm:prSet presAssocID="{DEDF4023-4AE4-4431-8129-780DB707DF2A}" presName="hierChild5" presStyleCnt="0"/>
      <dgm:spPr/>
    </dgm:pt>
    <dgm:pt modelId="{CE0E780F-6B4F-4613-B3C0-6C6C8635DF47}" type="pres">
      <dgm:prSet presAssocID="{67CBE858-2DC7-47FA-ADA8-4FA35C1E6BB2}" presName="Name37" presStyleLbl="parChTrans1D3" presStyleIdx="1" presStyleCnt="30"/>
      <dgm:spPr/>
    </dgm:pt>
    <dgm:pt modelId="{9DF8E67B-B13A-4DA4-AC5F-47CD98C23CC1}" type="pres">
      <dgm:prSet presAssocID="{BA14A53F-D476-417A-A9BD-45409191095B}" presName="hierRoot2" presStyleCnt="0">
        <dgm:presLayoutVars>
          <dgm:hierBranch val="init"/>
        </dgm:presLayoutVars>
      </dgm:prSet>
      <dgm:spPr/>
    </dgm:pt>
    <dgm:pt modelId="{2C0060C0-378C-4739-8ED7-05F290F452C0}" type="pres">
      <dgm:prSet presAssocID="{BA14A53F-D476-417A-A9BD-45409191095B}" presName="rootComposite" presStyleCnt="0"/>
      <dgm:spPr/>
    </dgm:pt>
    <dgm:pt modelId="{B5A79863-890B-4008-B409-2FFBB97F4859}" type="pres">
      <dgm:prSet presAssocID="{BA14A53F-D476-417A-A9BD-45409191095B}" presName="rootText" presStyleLbl="node3" presStyleIdx="1" presStyleCnt="30">
        <dgm:presLayoutVars>
          <dgm:chPref val="3"/>
        </dgm:presLayoutVars>
      </dgm:prSet>
      <dgm:spPr/>
    </dgm:pt>
    <dgm:pt modelId="{391233EA-1FEA-46BE-8A22-25D08ECC6A33}" type="pres">
      <dgm:prSet presAssocID="{BA14A53F-D476-417A-A9BD-45409191095B}" presName="rootConnector" presStyleLbl="node3" presStyleIdx="1" presStyleCnt="30"/>
      <dgm:spPr/>
    </dgm:pt>
    <dgm:pt modelId="{B905AD54-D186-4F17-9198-B95A197B8F2B}" type="pres">
      <dgm:prSet presAssocID="{BA14A53F-D476-417A-A9BD-45409191095B}" presName="hierChild4" presStyleCnt="0"/>
      <dgm:spPr/>
    </dgm:pt>
    <dgm:pt modelId="{4B5D2A1B-84EA-4D15-8666-3889E5949EAB}" type="pres">
      <dgm:prSet presAssocID="{BA14A53F-D476-417A-A9BD-45409191095B}" presName="hierChild5" presStyleCnt="0"/>
      <dgm:spPr/>
    </dgm:pt>
    <dgm:pt modelId="{C305C44B-238E-4743-A7B3-591000B0A159}" type="pres">
      <dgm:prSet presAssocID="{C1FDE879-A3C1-4E53-9DC5-3615E34BD193}" presName="Name37" presStyleLbl="parChTrans1D3" presStyleIdx="2" presStyleCnt="30"/>
      <dgm:spPr/>
    </dgm:pt>
    <dgm:pt modelId="{A67DA822-93E8-42D4-83A9-E182EFD4F176}" type="pres">
      <dgm:prSet presAssocID="{F2C0925C-DEFF-4530-A4BF-F0B03A56E797}" presName="hierRoot2" presStyleCnt="0">
        <dgm:presLayoutVars>
          <dgm:hierBranch val="init"/>
        </dgm:presLayoutVars>
      </dgm:prSet>
      <dgm:spPr/>
    </dgm:pt>
    <dgm:pt modelId="{00F74007-4F02-46A5-9803-AC20C936D1BA}" type="pres">
      <dgm:prSet presAssocID="{F2C0925C-DEFF-4530-A4BF-F0B03A56E797}" presName="rootComposite" presStyleCnt="0"/>
      <dgm:spPr/>
    </dgm:pt>
    <dgm:pt modelId="{3AD61960-21F9-4683-A8EC-C17BECC48C8D}" type="pres">
      <dgm:prSet presAssocID="{F2C0925C-DEFF-4530-A4BF-F0B03A56E797}" presName="rootText" presStyleLbl="node3" presStyleIdx="2" presStyleCnt="30">
        <dgm:presLayoutVars>
          <dgm:chPref val="3"/>
        </dgm:presLayoutVars>
      </dgm:prSet>
      <dgm:spPr/>
    </dgm:pt>
    <dgm:pt modelId="{27008039-49AE-4BC0-B0FB-48AEE27EFF78}" type="pres">
      <dgm:prSet presAssocID="{F2C0925C-DEFF-4530-A4BF-F0B03A56E797}" presName="rootConnector" presStyleLbl="node3" presStyleIdx="2" presStyleCnt="30"/>
      <dgm:spPr/>
    </dgm:pt>
    <dgm:pt modelId="{791CF801-6896-4134-8B48-81FB5656CDBD}" type="pres">
      <dgm:prSet presAssocID="{F2C0925C-DEFF-4530-A4BF-F0B03A56E797}" presName="hierChild4" presStyleCnt="0"/>
      <dgm:spPr/>
    </dgm:pt>
    <dgm:pt modelId="{73446DF9-16FC-458E-9101-C54334D8E492}" type="pres">
      <dgm:prSet presAssocID="{F2C0925C-DEFF-4530-A4BF-F0B03A56E797}" presName="hierChild5" presStyleCnt="0"/>
      <dgm:spPr/>
    </dgm:pt>
    <dgm:pt modelId="{BD96EA64-FDDF-4CDA-A1A6-42B6B4D34E1B}" type="pres">
      <dgm:prSet presAssocID="{2599D30F-BE1F-436A-A51D-69D9ED589277}" presName="hierChild5" presStyleCnt="0"/>
      <dgm:spPr/>
    </dgm:pt>
    <dgm:pt modelId="{7588EAA6-79F7-4516-B47E-E6A938E30727}" type="pres">
      <dgm:prSet presAssocID="{8D6CD2E1-21DD-440D-8E90-1E9B70FD1813}" presName="Name37" presStyleLbl="parChTrans1D2" presStyleIdx="1" presStyleCnt="7"/>
      <dgm:spPr/>
    </dgm:pt>
    <dgm:pt modelId="{521B9FC4-12DA-472A-85A0-3F63746FFEE1}" type="pres">
      <dgm:prSet presAssocID="{40011449-5F65-4597-B934-8C70029BF9EE}" presName="hierRoot2" presStyleCnt="0">
        <dgm:presLayoutVars>
          <dgm:hierBranch val="init"/>
        </dgm:presLayoutVars>
      </dgm:prSet>
      <dgm:spPr/>
    </dgm:pt>
    <dgm:pt modelId="{2F0B2209-53CE-4F12-9B38-D9DC71F2B573}" type="pres">
      <dgm:prSet presAssocID="{40011449-5F65-4597-B934-8C70029BF9EE}" presName="rootComposite" presStyleCnt="0"/>
      <dgm:spPr/>
    </dgm:pt>
    <dgm:pt modelId="{2220C86E-DF85-4483-BB87-0A72FA33583B}" type="pres">
      <dgm:prSet presAssocID="{40011449-5F65-4597-B934-8C70029BF9EE}" presName="rootText" presStyleLbl="node2" presStyleIdx="1" presStyleCnt="7">
        <dgm:presLayoutVars>
          <dgm:chPref val="3"/>
        </dgm:presLayoutVars>
      </dgm:prSet>
      <dgm:spPr/>
    </dgm:pt>
    <dgm:pt modelId="{73B7BA0E-047F-4F02-8548-A26D57AD1279}" type="pres">
      <dgm:prSet presAssocID="{40011449-5F65-4597-B934-8C70029BF9EE}" presName="rootConnector" presStyleLbl="node2" presStyleIdx="1" presStyleCnt="7"/>
      <dgm:spPr/>
    </dgm:pt>
    <dgm:pt modelId="{5438F3A9-620B-412E-84A0-5FF6B5C064B7}" type="pres">
      <dgm:prSet presAssocID="{40011449-5F65-4597-B934-8C70029BF9EE}" presName="hierChild4" presStyleCnt="0"/>
      <dgm:spPr/>
    </dgm:pt>
    <dgm:pt modelId="{5B1278C1-A541-4824-A27D-800AFA903EE8}" type="pres">
      <dgm:prSet presAssocID="{8537EEB1-7613-475A-9828-5E432D38DBE0}" presName="Name37" presStyleLbl="parChTrans1D3" presStyleIdx="3" presStyleCnt="30"/>
      <dgm:spPr/>
    </dgm:pt>
    <dgm:pt modelId="{904591D5-6119-4CFF-8C31-6115E5EF3CCB}" type="pres">
      <dgm:prSet presAssocID="{1D5DFCDB-F6AC-46D0-9B50-3BF23AC9AB93}" presName="hierRoot2" presStyleCnt="0">
        <dgm:presLayoutVars>
          <dgm:hierBranch val="init"/>
        </dgm:presLayoutVars>
      </dgm:prSet>
      <dgm:spPr/>
    </dgm:pt>
    <dgm:pt modelId="{AA9CF606-CABF-4364-B961-C45C3C621ECC}" type="pres">
      <dgm:prSet presAssocID="{1D5DFCDB-F6AC-46D0-9B50-3BF23AC9AB93}" presName="rootComposite" presStyleCnt="0"/>
      <dgm:spPr/>
    </dgm:pt>
    <dgm:pt modelId="{BFFA31DB-32CB-48B4-8A6D-3B8A7AE1C0A0}" type="pres">
      <dgm:prSet presAssocID="{1D5DFCDB-F6AC-46D0-9B50-3BF23AC9AB93}" presName="rootText" presStyleLbl="node3" presStyleIdx="3" presStyleCnt="30">
        <dgm:presLayoutVars>
          <dgm:chPref val="3"/>
        </dgm:presLayoutVars>
      </dgm:prSet>
      <dgm:spPr/>
    </dgm:pt>
    <dgm:pt modelId="{154B1B0F-6E30-42EF-8640-781EF6047348}" type="pres">
      <dgm:prSet presAssocID="{1D5DFCDB-F6AC-46D0-9B50-3BF23AC9AB93}" presName="rootConnector" presStyleLbl="node3" presStyleIdx="3" presStyleCnt="30"/>
      <dgm:spPr/>
    </dgm:pt>
    <dgm:pt modelId="{34D806FE-3327-4D8E-BAA1-F5F61477B4CC}" type="pres">
      <dgm:prSet presAssocID="{1D5DFCDB-F6AC-46D0-9B50-3BF23AC9AB93}" presName="hierChild4" presStyleCnt="0"/>
      <dgm:spPr/>
    </dgm:pt>
    <dgm:pt modelId="{F1A7B39B-5870-40C0-8D28-391883291AE0}" type="pres">
      <dgm:prSet presAssocID="{1D5DFCDB-F6AC-46D0-9B50-3BF23AC9AB93}" presName="hierChild5" presStyleCnt="0"/>
      <dgm:spPr/>
    </dgm:pt>
    <dgm:pt modelId="{730E7243-2C2C-4041-B866-3D636B121706}" type="pres">
      <dgm:prSet presAssocID="{228C05B7-229F-4DF2-B4DA-8B991F61AD29}" presName="Name37" presStyleLbl="parChTrans1D3" presStyleIdx="4" presStyleCnt="30"/>
      <dgm:spPr/>
    </dgm:pt>
    <dgm:pt modelId="{6AFB3240-08AE-43C2-8E72-01600FCD6015}" type="pres">
      <dgm:prSet presAssocID="{D29D9BC9-43F6-4116-969C-2F4801E41A5B}" presName="hierRoot2" presStyleCnt="0">
        <dgm:presLayoutVars>
          <dgm:hierBranch val="init"/>
        </dgm:presLayoutVars>
      </dgm:prSet>
      <dgm:spPr/>
    </dgm:pt>
    <dgm:pt modelId="{6A312BEB-A7D8-4CB8-AB33-125B47D02437}" type="pres">
      <dgm:prSet presAssocID="{D29D9BC9-43F6-4116-969C-2F4801E41A5B}" presName="rootComposite" presStyleCnt="0"/>
      <dgm:spPr/>
    </dgm:pt>
    <dgm:pt modelId="{5CCA807E-2B90-455A-A994-1C2F1A6CA92C}" type="pres">
      <dgm:prSet presAssocID="{D29D9BC9-43F6-4116-969C-2F4801E41A5B}" presName="rootText" presStyleLbl="node3" presStyleIdx="4" presStyleCnt="30">
        <dgm:presLayoutVars>
          <dgm:chPref val="3"/>
        </dgm:presLayoutVars>
      </dgm:prSet>
      <dgm:spPr/>
    </dgm:pt>
    <dgm:pt modelId="{A90BE6E2-E8E0-4DB2-805F-178D4D7B78E9}" type="pres">
      <dgm:prSet presAssocID="{D29D9BC9-43F6-4116-969C-2F4801E41A5B}" presName="rootConnector" presStyleLbl="node3" presStyleIdx="4" presStyleCnt="30"/>
      <dgm:spPr/>
    </dgm:pt>
    <dgm:pt modelId="{16B34970-A0AF-4974-98EC-05EAD66D9DC7}" type="pres">
      <dgm:prSet presAssocID="{D29D9BC9-43F6-4116-969C-2F4801E41A5B}" presName="hierChild4" presStyleCnt="0"/>
      <dgm:spPr/>
    </dgm:pt>
    <dgm:pt modelId="{0E4B0D06-55FA-4037-8B6A-A9D346F09F72}" type="pres">
      <dgm:prSet presAssocID="{D29D9BC9-43F6-4116-969C-2F4801E41A5B}" presName="hierChild5" presStyleCnt="0"/>
      <dgm:spPr/>
    </dgm:pt>
    <dgm:pt modelId="{0455BEA9-F25F-4EBC-996F-9A44573119E6}" type="pres">
      <dgm:prSet presAssocID="{4D20C44B-15CD-4C90-ACCE-11280AC3E742}" presName="Name37" presStyleLbl="parChTrans1D3" presStyleIdx="5" presStyleCnt="30"/>
      <dgm:spPr/>
    </dgm:pt>
    <dgm:pt modelId="{ADD6A86C-2CC1-42D4-AB79-412D57C611AF}" type="pres">
      <dgm:prSet presAssocID="{B137C989-7BD0-45DF-9F54-EBB09F8B1BE3}" presName="hierRoot2" presStyleCnt="0">
        <dgm:presLayoutVars>
          <dgm:hierBranch val="init"/>
        </dgm:presLayoutVars>
      </dgm:prSet>
      <dgm:spPr/>
    </dgm:pt>
    <dgm:pt modelId="{2C1697DE-EAD0-4D91-B10A-FB47BA2AE171}" type="pres">
      <dgm:prSet presAssocID="{B137C989-7BD0-45DF-9F54-EBB09F8B1BE3}" presName="rootComposite" presStyleCnt="0"/>
      <dgm:spPr/>
    </dgm:pt>
    <dgm:pt modelId="{1FE62DEA-6CA8-443F-87C8-5DB8F35B2DA1}" type="pres">
      <dgm:prSet presAssocID="{B137C989-7BD0-45DF-9F54-EBB09F8B1BE3}" presName="rootText" presStyleLbl="node3" presStyleIdx="5" presStyleCnt="30">
        <dgm:presLayoutVars>
          <dgm:chPref val="3"/>
        </dgm:presLayoutVars>
      </dgm:prSet>
      <dgm:spPr/>
    </dgm:pt>
    <dgm:pt modelId="{D8AC76FA-6A22-4E95-BBCE-2A655359EAE6}" type="pres">
      <dgm:prSet presAssocID="{B137C989-7BD0-45DF-9F54-EBB09F8B1BE3}" presName="rootConnector" presStyleLbl="node3" presStyleIdx="5" presStyleCnt="30"/>
      <dgm:spPr/>
    </dgm:pt>
    <dgm:pt modelId="{8043E226-0B02-4E27-BA81-4726B6B51588}" type="pres">
      <dgm:prSet presAssocID="{B137C989-7BD0-45DF-9F54-EBB09F8B1BE3}" presName="hierChild4" presStyleCnt="0"/>
      <dgm:spPr/>
    </dgm:pt>
    <dgm:pt modelId="{2B00D04B-D059-4061-B08C-9C0BA0B887D4}" type="pres">
      <dgm:prSet presAssocID="{B137C989-7BD0-45DF-9F54-EBB09F8B1BE3}" presName="hierChild5" presStyleCnt="0"/>
      <dgm:spPr/>
    </dgm:pt>
    <dgm:pt modelId="{8674F237-67E7-448A-83D2-B45E4386B3B3}" type="pres">
      <dgm:prSet presAssocID="{55B4663C-3C5B-4998-97B8-EE6523877636}" presName="Name37" presStyleLbl="parChTrans1D3" presStyleIdx="6" presStyleCnt="30"/>
      <dgm:spPr/>
    </dgm:pt>
    <dgm:pt modelId="{2EB39391-757D-48C4-8F6C-2635150ACB6E}" type="pres">
      <dgm:prSet presAssocID="{7AB3B0E3-CDDC-4AC6-9F68-563F7C2225FC}" presName="hierRoot2" presStyleCnt="0">
        <dgm:presLayoutVars>
          <dgm:hierBranch val="init"/>
        </dgm:presLayoutVars>
      </dgm:prSet>
      <dgm:spPr/>
    </dgm:pt>
    <dgm:pt modelId="{0E3008A2-E596-4CC2-B0FC-44B5045E5758}" type="pres">
      <dgm:prSet presAssocID="{7AB3B0E3-CDDC-4AC6-9F68-563F7C2225FC}" presName="rootComposite" presStyleCnt="0"/>
      <dgm:spPr/>
    </dgm:pt>
    <dgm:pt modelId="{5B6644C3-3877-4FEA-A474-3CC4E58F6343}" type="pres">
      <dgm:prSet presAssocID="{7AB3B0E3-CDDC-4AC6-9F68-563F7C2225FC}" presName="rootText" presStyleLbl="node3" presStyleIdx="6" presStyleCnt="30">
        <dgm:presLayoutVars>
          <dgm:chPref val="3"/>
        </dgm:presLayoutVars>
      </dgm:prSet>
      <dgm:spPr/>
    </dgm:pt>
    <dgm:pt modelId="{A67C0A94-FF84-4FC8-883A-480CA6F96175}" type="pres">
      <dgm:prSet presAssocID="{7AB3B0E3-CDDC-4AC6-9F68-563F7C2225FC}" presName="rootConnector" presStyleLbl="node3" presStyleIdx="6" presStyleCnt="30"/>
      <dgm:spPr/>
    </dgm:pt>
    <dgm:pt modelId="{5B7E1573-97AD-4361-9BFE-F52C8E45054D}" type="pres">
      <dgm:prSet presAssocID="{7AB3B0E3-CDDC-4AC6-9F68-563F7C2225FC}" presName="hierChild4" presStyleCnt="0"/>
      <dgm:spPr/>
    </dgm:pt>
    <dgm:pt modelId="{E3C45BB1-4703-41C2-9FA7-8C7C0817D796}" type="pres">
      <dgm:prSet presAssocID="{7AB3B0E3-CDDC-4AC6-9F68-563F7C2225FC}" presName="hierChild5" presStyleCnt="0"/>
      <dgm:spPr/>
    </dgm:pt>
    <dgm:pt modelId="{EBA11B18-CF41-4718-88D4-0E74159904EF}" type="pres">
      <dgm:prSet presAssocID="{0868C733-6650-4422-9AC7-7F7ADC39D7EC}" presName="Name37" presStyleLbl="parChTrans1D3" presStyleIdx="7" presStyleCnt="30"/>
      <dgm:spPr/>
    </dgm:pt>
    <dgm:pt modelId="{5C2BDDA6-F4AD-462E-895B-561D7D4ABEE8}" type="pres">
      <dgm:prSet presAssocID="{AAE86AEB-48B1-4CCC-B0C7-EFB954145AF1}" presName="hierRoot2" presStyleCnt="0">
        <dgm:presLayoutVars>
          <dgm:hierBranch val="init"/>
        </dgm:presLayoutVars>
      </dgm:prSet>
      <dgm:spPr/>
    </dgm:pt>
    <dgm:pt modelId="{A8E8AEB5-E5BD-4EF8-ABC6-0E6C89762536}" type="pres">
      <dgm:prSet presAssocID="{AAE86AEB-48B1-4CCC-B0C7-EFB954145AF1}" presName="rootComposite" presStyleCnt="0"/>
      <dgm:spPr/>
    </dgm:pt>
    <dgm:pt modelId="{60447DF7-C6D9-4BD0-A5B3-37B03DB8C111}" type="pres">
      <dgm:prSet presAssocID="{AAE86AEB-48B1-4CCC-B0C7-EFB954145AF1}" presName="rootText" presStyleLbl="node3" presStyleIdx="7" presStyleCnt="30">
        <dgm:presLayoutVars>
          <dgm:chPref val="3"/>
        </dgm:presLayoutVars>
      </dgm:prSet>
      <dgm:spPr/>
    </dgm:pt>
    <dgm:pt modelId="{40A7B7D5-781E-4746-A4DC-E5EF95EBEE86}" type="pres">
      <dgm:prSet presAssocID="{AAE86AEB-48B1-4CCC-B0C7-EFB954145AF1}" presName="rootConnector" presStyleLbl="node3" presStyleIdx="7" presStyleCnt="30"/>
      <dgm:spPr/>
    </dgm:pt>
    <dgm:pt modelId="{6ED18FE6-3892-4584-87B6-67A377D7274B}" type="pres">
      <dgm:prSet presAssocID="{AAE86AEB-48B1-4CCC-B0C7-EFB954145AF1}" presName="hierChild4" presStyleCnt="0"/>
      <dgm:spPr/>
    </dgm:pt>
    <dgm:pt modelId="{A7C22033-EE01-4385-AC22-BC0982DFBC34}" type="pres">
      <dgm:prSet presAssocID="{AAE86AEB-48B1-4CCC-B0C7-EFB954145AF1}" presName="hierChild5" presStyleCnt="0"/>
      <dgm:spPr/>
    </dgm:pt>
    <dgm:pt modelId="{8A59D3A5-89A6-485D-ADAB-D7EE7382C11B}" type="pres">
      <dgm:prSet presAssocID="{9E4F6855-B75F-4938-9BFC-265898E64383}" presName="Name37" presStyleLbl="parChTrans1D3" presStyleIdx="8" presStyleCnt="30"/>
      <dgm:spPr/>
    </dgm:pt>
    <dgm:pt modelId="{84FDB7AD-5FC1-4051-99F6-766A065AE846}" type="pres">
      <dgm:prSet presAssocID="{77B0477C-007D-4738-85C6-10769D3C4FC8}" presName="hierRoot2" presStyleCnt="0">
        <dgm:presLayoutVars>
          <dgm:hierBranch val="init"/>
        </dgm:presLayoutVars>
      </dgm:prSet>
      <dgm:spPr/>
    </dgm:pt>
    <dgm:pt modelId="{CE3A0C9B-92CD-4788-9909-17593C302269}" type="pres">
      <dgm:prSet presAssocID="{77B0477C-007D-4738-85C6-10769D3C4FC8}" presName="rootComposite" presStyleCnt="0"/>
      <dgm:spPr/>
    </dgm:pt>
    <dgm:pt modelId="{5B8CB0C6-713D-47FC-B1C3-D89956044F61}" type="pres">
      <dgm:prSet presAssocID="{77B0477C-007D-4738-85C6-10769D3C4FC8}" presName="rootText" presStyleLbl="node3" presStyleIdx="8" presStyleCnt="30">
        <dgm:presLayoutVars>
          <dgm:chPref val="3"/>
        </dgm:presLayoutVars>
      </dgm:prSet>
      <dgm:spPr/>
    </dgm:pt>
    <dgm:pt modelId="{5BD57C59-6699-47D2-94AF-FA8E82000BD8}" type="pres">
      <dgm:prSet presAssocID="{77B0477C-007D-4738-85C6-10769D3C4FC8}" presName="rootConnector" presStyleLbl="node3" presStyleIdx="8" presStyleCnt="30"/>
      <dgm:spPr/>
    </dgm:pt>
    <dgm:pt modelId="{27BBF7A3-656E-44A5-A215-8BD568095987}" type="pres">
      <dgm:prSet presAssocID="{77B0477C-007D-4738-85C6-10769D3C4FC8}" presName="hierChild4" presStyleCnt="0"/>
      <dgm:spPr/>
    </dgm:pt>
    <dgm:pt modelId="{0BCDE7E7-0457-4485-931D-C3D03BCCC70D}" type="pres">
      <dgm:prSet presAssocID="{77B0477C-007D-4738-85C6-10769D3C4FC8}" presName="hierChild5" presStyleCnt="0"/>
      <dgm:spPr/>
    </dgm:pt>
    <dgm:pt modelId="{99E4B1A6-2D0E-42B7-8425-845CC33C6533}" type="pres">
      <dgm:prSet presAssocID="{40011449-5F65-4597-B934-8C70029BF9EE}" presName="hierChild5" presStyleCnt="0"/>
      <dgm:spPr/>
    </dgm:pt>
    <dgm:pt modelId="{21C123C7-4E75-4DA6-88A6-56F956AC820C}" type="pres">
      <dgm:prSet presAssocID="{806CC174-D485-49CF-A524-EB358347A318}" presName="Name37" presStyleLbl="parChTrans1D2" presStyleIdx="2" presStyleCnt="7"/>
      <dgm:spPr/>
    </dgm:pt>
    <dgm:pt modelId="{BE012D85-75D8-447B-9A3E-AE3022551571}" type="pres">
      <dgm:prSet presAssocID="{C6F231AF-7D3E-40CE-9152-7C447C67EB1C}" presName="hierRoot2" presStyleCnt="0">
        <dgm:presLayoutVars>
          <dgm:hierBranch val="init"/>
        </dgm:presLayoutVars>
      </dgm:prSet>
      <dgm:spPr/>
    </dgm:pt>
    <dgm:pt modelId="{1F505931-B4B4-4E9E-A5BC-99F351252D55}" type="pres">
      <dgm:prSet presAssocID="{C6F231AF-7D3E-40CE-9152-7C447C67EB1C}" presName="rootComposite" presStyleCnt="0"/>
      <dgm:spPr/>
    </dgm:pt>
    <dgm:pt modelId="{ED0ABCE3-190D-4ED0-A3D7-81D086217464}" type="pres">
      <dgm:prSet presAssocID="{C6F231AF-7D3E-40CE-9152-7C447C67EB1C}" presName="rootText" presStyleLbl="node2" presStyleIdx="2" presStyleCnt="7">
        <dgm:presLayoutVars>
          <dgm:chPref val="3"/>
        </dgm:presLayoutVars>
      </dgm:prSet>
      <dgm:spPr/>
    </dgm:pt>
    <dgm:pt modelId="{CF12D3C7-4D35-48AD-B3BE-D3F47C6D0559}" type="pres">
      <dgm:prSet presAssocID="{C6F231AF-7D3E-40CE-9152-7C447C67EB1C}" presName="rootConnector" presStyleLbl="node2" presStyleIdx="2" presStyleCnt="7"/>
      <dgm:spPr/>
    </dgm:pt>
    <dgm:pt modelId="{4AF6DDD4-64A0-4BE2-A826-8070FAF7CED4}" type="pres">
      <dgm:prSet presAssocID="{C6F231AF-7D3E-40CE-9152-7C447C67EB1C}" presName="hierChild4" presStyleCnt="0"/>
      <dgm:spPr/>
    </dgm:pt>
    <dgm:pt modelId="{FADFA239-5BFC-4382-9F5D-29B399C4EE57}" type="pres">
      <dgm:prSet presAssocID="{75FE6C27-DE67-4931-B915-CF0E73FFCDA8}" presName="Name37" presStyleLbl="parChTrans1D3" presStyleIdx="9" presStyleCnt="30"/>
      <dgm:spPr/>
    </dgm:pt>
    <dgm:pt modelId="{880899B4-3CA6-4E42-A2ED-6F6DE34BA07A}" type="pres">
      <dgm:prSet presAssocID="{AFD031ED-6FC4-477F-B3BE-DAC4B24692AF}" presName="hierRoot2" presStyleCnt="0">
        <dgm:presLayoutVars>
          <dgm:hierBranch val="init"/>
        </dgm:presLayoutVars>
      </dgm:prSet>
      <dgm:spPr/>
    </dgm:pt>
    <dgm:pt modelId="{FF964C6F-0BAD-471C-8465-D78B86A3D578}" type="pres">
      <dgm:prSet presAssocID="{AFD031ED-6FC4-477F-B3BE-DAC4B24692AF}" presName="rootComposite" presStyleCnt="0"/>
      <dgm:spPr/>
    </dgm:pt>
    <dgm:pt modelId="{43E505AE-6EEC-4293-BDAA-AF1BA859F15B}" type="pres">
      <dgm:prSet presAssocID="{AFD031ED-6FC4-477F-B3BE-DAC4B24692AF}" presName="rootText" presStyleLbl="node3" presStyleIdx="9" presStyleCnt="30">
        <dgm:presLayoutVars>
          <dgm:chPref val="3"/>
        </dgm:presLayoutVars>
      </dgm:prSet>
      <dgm:spPr/>
    </dgm:pt>
    <dgm:pt modelId="{24AE74D7-A331-41B5-85AD-89806245BFE9}" type="pres">
      <dgm:prSet presAssocID="{AFD031ED-6FC4-477F-B3BE-DAC4B24692AF}" presName="rootConnector" presStyleLbl="node3" presStyleIdx="9" presStyleCnt="30"/>
      <dgm:spPr/>
    </dgm:pt>
    <dgm:pt modelId="{2C4C8F20-E5BE-4288-87D4-4DB9C46289D6}" type="pres">
      <dgm:prSet presAssocID="{AFD031ED-6FC4-477F-B3BE-DAC4B24692AF}" presName="hierChild4" presStyleCnt="0"/>
      <dgm:spPr/>
    </dgm:pt>
    <dgm:pt modelId="{6B434E2C-8C1A-4C09-8769-FED5761BEFF1}" type="pres">
      <dgm:prSet presAssocID="{AFD031ED-6FC4-477F-B3BE-DAC4B24692AF}" presName="hierChild5" presStyleCnt="0"/>
      <dgm:spPr/>
    </dgm:pt>
    <dgm:pt modelId="{1CD32B78-FAD9-4D3B-80B5-FDA3E62093DF}" type="pres">
      <dgm:prSet presAssocID="{71433295-E221-4BD2-BF6E-E150B57DBB45}" presName="Name37" presStyleLbl="parChTrans1D3" presStyleIdx="10" presStyleCnt="30"/>
      <dgm:spPr/>
    </dgm:pt>
    <dgm:pt modelId="{E7D2E83E-F9C8-49B4-AA5A-9B7E1AF3A2B6}" type="pres">
      <dgm:prSet presAssocID="{B7ACE813-218F-4B79-9A44-A49B58EE4ABE}" presName="hierRoot2" presStyleCnt="0">
        <dgm:presLayoutVars>
          <dgm:hierBranch val="init"/>
        </dgm:presLayoutVars>
      </dgm:prSet>
      <dgm:spPr/>
    </dgm:pt>
    <dgm:pt modelId="{A5318CAF-6453-4534-BFAF-1345285CC8E7}" type="pres">
      <dgm:prSet presAssocID="{B7ACE813-218F-4B79-9A44-A49B58EE4ABE}" presName="rootComposite" presStyleCnt="0"/>
      <dgm:spPr/>
    </dgm:pt>
    <dgm:pt modelId="{FDB83631-2E97-47D9-8729-62082352251A}" type="pres">
      <dgm:prSet presAssocID="{B7ACE813-218F-4B79-9A44-A49B58EE4ABE}" presName="rootText" presStyleLbl="node3" presStyleIdx="10" presStyleCnt="30">
        <dgm:presLayoutVars>
          <dgm:chPref val="3"/>
        </dgm:presLayoutVars>
      </dgm:prSet>
      <dgm:spPr/>
    </dgm:pt>
    <dgm:pt modelId="{4D473A5E-1D9E-4E8B-B7AB-B5F84EBCEDC7}" type="pres">
      <dgm:prSet presAssocID="{B7ACE813-218F-4B79-9A44-A49B58EE4ABE}" presName="rootConnector" presStyleLbl="node3" presStyleIdx="10" presStyleCnt="30"/>
      <dgm:spPr/>
    </dgm:pt>
    <dgm:pt modelId="{F2AE8FB1-F64D-434C-91D5-CA426B3EA137}" type="pres">
      <dgm:prSet presAssocID="{B7ACE813-218F-4B79-9A44-A49B58EE4ABE}" presName="hierChild4" presStyleCnt="0"/>
      <dgm:spPr/>
    </dgm:pt>
    <dgm:pt modelId="{39EC042D-8DBA-4C9F-8E41-F19ECF6C86CB}" type="pres">
      <dgm:prSet presAssocID="{B7ACE813-218F-4B79-9A44-A49B58EE4ABE}" presName="hierChild5" presStyleCnt="0"/>
      <dgm:spPr/>
    </dgm:pt>
    <dgm:pt modelId="{48F6568E-E512-4F35-91E4-8D197268FF60}" type="pres">
      <dgm:prSet presAssocID="{284836B8-8016-4382-A7C5-07B7E54BAEDB}" presName="Name37" presStyleLbl="parChTrans1D3" presStyleIdx="11" presStyleCnt="30"/>
      <dgm:spPr/>
    </dgm:pt>
    <dgm:pt modelId="{19491CE4-1E8E-4133-90F4-BDD2D7C97B99}" type="pres">
      <dgm:prSet presAssocID="{BBD5FB4A-F2FB-4CAF-AD35-7076F887AFCC}" presName="hierRoot2" presStyleCnt="0">
        <dgm:presLayoutVars>
          <dgm:hierBranch val="init"/>
        </dgm:presLayoutVars>
      </dgm:prSet>
      <dgm:spPr/>
    </dgm:pt>
    <dgm:pt modelId="{3ED740D5-57D6-4F81-ABFA-9947DD49551D}" type="pres">
      <dgm:prSet presAssocID="{BBD5FB4A-F2FB-4CAF-AD35-7076F887AFCC}" presName="rootComposite" presStyleCnt="0"/>
      <dgm:spPr/>
    </dgm:pt>
    <dgm:pt modelId="{9DEEF3CC-E369-424F-A32F-093949B226B4}" type="pres">
      <dgm:prSet presAssocID="{BBD5FB4A-F2FB-4CAF-AD35-7076F887AFCC}" presName="rootText" presStyleLbl="node3" presStyleIdx="11" presStyleCnt="30">
        <dgm:presLayoutVars>
          <dgm:chPref val="3"/>
        </dgm:presLayoutVars>
      </dgm:prSet>
      <dgm:spPr/>
    </dgm:pt>
    <dgm:pt modelId="{4BBBF9D5-431E-4F42-861B-02D82CA5BD7C}" type="pres">
      <dgm:prSet presAssocID="{BBD5FB4A-F2FB-4CAF-AD35-7076F887AFCC}" presName="rootConnector" presStyleLbl="node3" presStyleIdx="11" presStyleCnt="30"/>
      <dgm:spPr/>
    </dgm:pt>
    <dgm:pt modelId="{585213F4-F9C2-4B60-A091-DA5D8E8CDDB6}" type="pres">
      <dgm:prSet presAssocID="{BBD5FB4A-F2FB-4CAF-AD35-7076F887AFCC}" presName="hierChild4" presStyleCnt="0"/>
      <dgm:spPr/>
    </dgm:pt>
    <dgm:pt modelId="{3133D767-7E73-4919-B0FE-1AB8BF39BEBD}" type="pres">
      <dgm:prSet presAssocID="{BBD5FB4A-F2FB-4CAF-AD35-7076F887AFCC}" presName="hierChild5" presStyleCnt="0"/>
      <dgm:spPr/>
    </dgm:pt>
    <dgm:pt modelId="{F43318FC-1B7E-4AF3-919E-A0213D412497}" type="pres">
      <dgm:prSet presAssocID="{F38C4D04-B9C6-4039-83DD-91FAFB6D7399}" presName="Name37" presStyleLbl="parChTrans1D3" presStyleIdx="12" presStyleCnt="30"/>
      <dgm:spPr/>
    </dgm:pt>
    <dgm:pt modelId="{AF8A0561-8D94-4C0C-AE14-3EB96BB72AAA}" type="pres">
      <dgm:prSet presAssocID="{B254880C-B31C-4599-8FB3-F5C2C7F5C11C}" presName="hierRoot2" presStyleCnt="0">
        <dgm:presLayoutVars>
          <dgm:hierBranch val="init"/>
        </dgm:presLayoutVars>
      </dgm:prSet>
      <dgm:spPr/>
    </dgm:pt>
    <dgm:pt modelId="{55BD3F7F-C1F7-42D2-8C56-F887A9C701E3}" type="pres">
      <dgm:prSet presAssocID="{B254880C-B31C-4599-8FB3-F5C2C7F5C11C}" presName="rootComposite" presStyleCnt="0"/>
      <dgm:spPr/>
    </dgm:pt>
    <dgm:pt modelId="{42D4DCAA-6E0B-49C8-8CBB-1A66B05AEA24}" type="pres">
      <dgm:prSet presAssocID="{B254880C-B31C-4599-8FB3-F5C2C7F5C11C}" presName="rootText" presStyleLbl="node3" presStyleIdx="12" presStyleCnt="30">
        <dgm:presLayoutVars>
          <dgm:chPref val="3"/>
        </dgm:presLayoutVars>
      </dgm:prSet>
      <dgm:spPr/>
    </dgm:pt>
    <dgm:pt modelId="{E3C6248F-3268-4A48-96C9-3D99B359AD04}" type="pres">
      <dgm:prSet presAssocID="{B254880C-B31C-4599-8FB3-F5C2C7F5C11C}" presName="rootConnector" presStyleLbl="node3" presStyleIdx="12" presStyleCnt="30"/>
      <dgm:spPr/>
    </dgm:pt>
    <dgm:pt modelId="{A657C02D-F9FC-4DA8-9FF7-133743F097E6}" type="pres">
      <dgm:prSet presAssocID="{B254880C-B31C-4599-8FB3-F5C2C7F5C11C}" presName="hierChild4" presStyleCnt="0"/>
      <dgm:spPr/>
    </dgm:pt>
    <dgm:pt modelId="{A115000C-2B07-487B-84B4-F713F1C0E1BE}" type="pres">
      <dgm:prSet presAssocID="{B254880C-B31C-4599-8FB3-F5C2C7F5C11C}" presName="hierChild5" presStyleCnt="0"/>
      <dgm:spPr/>
    </dgm:pt>
    <dgm:pt modelId="{2C7947E1-2256-4A1E-8C46-1D0E0B7EFCF2}" type="pres">
      <dgm:prSet presAssocID="{C6F231AF-7D3E-40CE-9152-7C447C67EB1C}" presName="hierChild5" presStyleCnt="0"/>
      <dgm:spPr/>
    </dgm:pt>
    <dgm:pt modelId="{A98FE7B7-C738-4334-A7CA-77D8C8F81615}" type="pres">
      <dgm:prSet presAssocID="{F99B7853-62BD-4B6B-96FB-58847004EF12}" presName="Name37" presStyleLbl="parChTrans1D2" presStyleIdx="3" presStyleCnt="7"/>
      <dgm:spPr/>
    </dgm:pt>
    <dgm:pt modelId="{03664BF7-CB73-4123-BB60-5ABE40680C92}" type="pres">
      <dgm:prSet presAssocID="{D46DD5C1-9E6F-4070-B5CB-9B61757E2098}" presName="hierRoot2" presStyleCnt="0">
        <dgm:presLayoutVars>
          <dgm:hierBranch val="init"/>
        </dgm:presLayoutVars>
      </dgm:prSet>
      <dgm:spPr/>
    </dgm:pt>
    <dgm:pt modelId="{9A7FEA21-1721-43BE-94F9-3471BA149453}" type="pres">
      <dgm:prSet presAssocID="{D46DD5C1-9E6F-4070-B5CB-9B61757E2098}" presName="rootComposite" presStyleCnt="0"/>
      <dgm:spPr/>
    </dgm:pt>
    <dgm:pt modelId="{9387FFA6-7458-4B4B-AF14-615145E472EC}" type="pres">
      <dgm:prSet presAssocID="{D46DD5C1-9E6F-4070-B5CB-9B61757E2098}" presName="rootText" presStyleLbl="node2" presStyleIdx="3" presStyleCnt="7">
        <dgm:presLayoutVars>
          <dgm:chPref val="3"/>
        </dgm:presLayoutVars>
      </dgm:prSet>
      <dgm:spPr/>
    </dgm:pt>
    <dgm:pt modelId="{1DFAEA45-C8BB-440C-BBE8-8F5D3BFA69D6}" type="pres">
      <dgm:prSet presAssocID="{D46DD5C1-9E6F-4070-B5CB-9B61757E2098}" presName="rootConnector" presStyleLbl="node2" presStyleIdx="3" presStyleCnt="7"/>
      <dgm:spPr/>
    </dgm:pt>
    <dgm:pt modelId="{B33F7F55-9685-4E0D-AEDC-108F3CB0F46F}" type="pres">
      <dgm:prSet presAssocID="{D46DD5C1-9E6F-4070-B5CB-9B61757E2098}" presName="hierChild4" presStyleCnt="0"/>
      <dgm:spPr/>
    </dgm:pt>
    <dgm:pt modelId="{18619365-92BE-45AD-884A-A9A9C5807C37}" type="pres">
      <dgm:prSet presAssocID="{0600C4CA-876C-411F-8E2D-2C34B9673C51}" presName="Name37" presStyleLbl="parChTrans1D3" presStyleIdx="13" presStyleCnt="30"/>
      <dgm:spPr/>
    </dgm:pt>
    <dgm:pt modelId="{58C860BD-B58C-4D73-A54B-C14EF65FB816}" type="pres">
      <dgm:prSet presAssocID="{884D2FE6-BB53-4185-BB90-8FD47D98794D}" presName="hierRoot2" presStyleCnt="0">
        <dgm:presLayoutVars>
          <dgm:hierBranch val="init"/>
        </dgm:presLayoutVars>
      </dgm:prSet>
      <dgm:spPr/>
    </dgm:pt>
    <dgm:pt modelId="{2762490B-BEF0-475D-A5DD-9CDC032A9657}" type="pres">
      <dgm:prSet presAssocID="{884D2FE6-BB53-4185-BB90-8FD47D98794D}" presName="rootComposite" presStyleCnt="0"/>
      <dgm:spPr/>
    </dgm:pt>
    <dgm:pt modelId="{4A04C559-346B-4AF4-A3C2-3FB0B282E0B4}" type="pres">
      <dgm:prSet presAssocID="{884D2FE6-BB53-4185-BB90-8FD47D98794D}" presName="rootText" presStyleLbl="node3" presStyleIdx="13" presStyleCnt="30">
        <dgm:presLayoutVars>
          <dgm:chPref val="3"/>
        </dgm:presLayoutVars>
      </dgm:prSet>
      <dgm:spPr/>
    </dgm:pt>
    <dgm:pt modelId="{B4438B92-1684-4AE6-81FD-BA34C24468E0}" type="pres">
      <dgm:prSet presAssocID="{884D2FE6-BB53-4185-BB90-8FD47D98794D}" presName="rootConnector" presStyleLbl="node3" presStyleIdx="13" presStyleCnt="30"/>
      <dgm:spPr/>
    </dgm:pt>
    <dgm:pt modelId="{9B315570-EAF5-42EF-90B6-87DB72317F75}" type="pres">
      <dgm:prSet presAssocID="{884D2FE6-BB53-4185-BB90-8FD47D98794D}" presName="hierChild4" presStyleCnt="0"/>
      <dgm:spPr/>
    </dgm:pt>
    <dgm:pt modelId="{93B92397-AC78-4E70-88EE-6E863043B1DC}" type="pres">
      <dgm:prSet presAssocID="{884D2FE6-BB53-4185-BB90-8FD47D98794D}" presName="hierChild5" presStyleCnt="0"/>
      <dgm:spPr/>
    </dgm:pt>
    <dgm:pt modelId="{58D6F46D-C374-459F-BC83-D592C4927130}" type="pres">
      <dgm:prSet presAssocID="{B99E8301-6FA3-4962-835C-DAC6FE094DEB}" presName="Name37" presStyleLbl="parChTrans1D3" presStyleIdx="14" presStyleCnt="30"/>
      <dgm:spPr/>
    </dgm:pt>
    <dgm:pt modelId="{024A508F-4CF8-4AF8-94CF-41868D7C8057}" type="pres">
      <dgm:prSet presAssocID="{DA94AAA7-FF46-41A0-944B-9883AAE2D08A}" presName="hierRoot2" presStyleCnt="0">
        <dgm:presLayoutVars>
          <dgm:hierBranch val="init"/>
        </dgm:presLayoutVars>
      </dgm:prSet>
      <dgm:spPr/>
    </dgm:pt>
    <dgm:pt modelId="{A2D14975-4E9A-45A8-9FB0-74431682CEB4}" type="pres">
      <dgm:prSet presAssocID="{DA94AAA7-FF46-41A0-944B-9883AAE2D08A}" presName="rootComposite" presStyleCnt="0"/>
      <dgm:spPr/>
    </dgm:pt>
    <dgm:pt modelId="{6EC01212-1400-4574-B537-52BB5B37353E}" type="pres">
      <dgm:prSet presAssocID="{DA94AAA7-FF46-41A0-944B-9883AAE2D08A}" presName="rootText" presStyleLbl="node3" presStyleIdx="14" presStyleCnt="30">
        <dgm:presLayoutVars>
          <dgm:chPref val="3"/>
        </dgm:presLayoutVars>
      </dgm:prSet>
      <dgm:spPr/>
    </dgm:pt>
    <dgm:pt modelId="{398755E5-9B5E-40DF-ABFD-E5393371618B}" type="pres">
      <dgm:prSet presAssocID="{DA94AAA7-FF46-41A0-944B-9883AAE2D08A}" presName="rootConnector" presStyleLbl="node3" presStyleIdx="14" presStyleCnt="30"/>
      <dgm:spPr/>
    </dgm:pt>
    <dgm:pt modelId="{4BED5797-14B0-47AA-94CD-3AEFAD5D065C}" type="pres">
      <dgm:prSet presAssocID="{DA94AAA7-FF46-41A0-944B-9883AAE2D08A}" presName="hierChild4" presStyleCnt="0"/>
      <dgm:spPr/>
    </dgm:pt>
    <dgm:pt modelId="{8A4AF7BA-4A77-4A7F-8AFA-F787EE2893DA}" type="pres">
      <dgm:prSet presAssocID="{DA94AAA7-FF46-41A0-944B-9883AAE2D08A}" presName="hierChild5" presStyleCnt="0"/>
      <dgm:spPr/>
    </dgm:pt>
    <dgm:pt modelId="{614F5D46-94AC-4C68-85FF-5589EFEBF8DC}" type="pres">
      <dgm:prSet presAssocID="{568AEBA7-34F7-46D4-98AF-C97708103E07}" presName="Name37" presStyleLbl="parChTrans1D3" presStyleIdx="15" presStyleCnt="30"/>
      <dgm:spPr/>
    </dgm:pt>
    <dgm:pt modelId="{1CB98FF2-307F-44F2-8C73-F1D7DA3133D2}" type="pres">
      <dgm:prSet presAssocID="{57A97616-82B3-47CF-8524-8F3945288222}" presName="hierRoot2" presStyleCnt="0">
        <dgm:presLayoutVars>
          <dgm:hierBranch val="init"/>
        </dgm:presLayoutVars>
      </dgm:prSet>
      <dgm:spPr/>
    </dgm:pt>
    <dgm:pt modelId="{EEA7F625-DB76-4EC2-A1F0-886B053F55ED}" type="pres">
      <dgm:prSet presAssocID="{57A97616-82B3-47CF-8524-8F3945288222}" presName="rootComposite" presStyleCnt="0"/>
      <dgm:spPr/>
    </dgm:pt>
    <dgm:pt modelId="{DE4BA9AE-8B8D-421E-AD91-9B82C3641CC9}" type="pres">
      <dgm:prSet presAssocID="{57A97616-82B3-47CF-8524-8F3945288222}" presName="rootText" presStyleLbl="node3" presStyleIdx="15" presStyleCnt="30">
        <dgm:presLayoutVars>
          <dgm:chPref val="3"/>
        </dgm:presLayoutVars>
      </dgm:prSet>
      <dgm:spPr/>
    </dgm:pt>
    <dgm:pt modelId="{9DEBE19E-A529-440D-8236-CB6F413637EB}" type="pres">
      <dgm:prSet presAssocID="{57A97616-82B3-47CF-8524-8F3945288222}" presName="rootConnector" presStyleLbl="node3" presStyleIdx="15" presStyleCnt="30"/>
      <dgm:spPr/>
    </dgm:pt>
    <dgm:pt modelId="{27BB943B-97FF-4197-A957-30EEFC9B2BBA}" type="pres">
      <dgm:prSet presAssocID="{57A97616-82B3-47CF-8524-8F3945288222}" presName="hierChild4" presStyleCnt="0"/>
      <dgm:spPr/>
    </dgm:pt>
    <dgm:pt modelId="{AB81DBB3-8EA9-4885-BCCF-2BA766577795}" type="pres">
      <dgm:prSet presAssocID="{57A97616-82B3-47CF-8524-8F3945288222}" presName="hierChild5" presStyleCnt="0"/>
      <dgm:spPr/>
    </dgm:pt>
    <dgm:pt modelId="{C82FA431-4360-4507-BC43-A0DCEA21F5BF}" type="pres">
      <dgm:prSet presAssocID="{BD9A5557-27E0-4273-9822-D68D8F93194E}" presName="Name37" presStyleLbl="parChTrans1D3" presStyleIdx="16" presStyleCnt="30"/>
      <dgm:spPr/>
    </dgm:pt>
    <dgm:pt modelId="{5159C38F-D326-42FF-8EEA-0A5BCFC1C22A}" type="pres">
      <dgm:prSet presAssocID="{33F04FF6-E80A-4C73-B9A4-569C724ECC92}" presName="hierRoot2" presStyleCnt="0">
        <dgm:presLayoutVars>
          <dgm:hierBranch val="init"/>
        </dgm:presLayoutVars>
      </dgm:prSet>
      <dgm:spPr/>
    </dgm:pt>
    <dgm:pt modelId="{51D4C63F-A438-4162-8BD8-6D01BE7A9A09}" type="pres">
      <dgm:prSet presAssocID="{33F04FF6-E80A-4C73-B9A4-569C724ECC92}" presName="rootComposite" presStyleCnt="0"/>
      <dgm:spPr/>
    </dgm:pt>
    <dgm:pt modelId="{E82056C8-0606-453C-9597-D5E4CEC9540D}" type="pres">
      <dgm:prSet presAssocID="{33F04FF6-E80A-4C73-B9A4-569C724ECC92}" presName="rootText" presStyleLbl="node3" presStyleIdx="16" presStyleCnt="30">
        <dgm:presLayoutVars>
          <dgm:chPref val="3"/>
        </dgm:presLayoutVars>
      </dgm:prSet>
      <dgm:spPr/>
    </dgm:pt>
    <dgm:pt modelId="{B6FD61D7-3D3D-45F5-8581-0061B3C55816}" type="pres">
      <dgm:prSet presAssocID="{33F04FF6-E80A-4C73-B9A4-569C724ECC92}" presName="rootConnector" presStyleLbl="node3" presStyleIdx="16" presStyleCnt="30"/>
      <dgm:spPr/>
    </dgm:pt>
    <dgm:pt modelId="{68A7CA15-A5B6-4B00-BE6E-0121B852A67E}" type="pres">
      <dgm:prSet presAssocID="{33F04FF6-E80A-4C73-B9A4-569C724ECC92}" presName="hierChild4" presStyleCnt="0"/>
      <dgm:spPr/>
    </dgm:pt>
    <dgm:pt modelId="{CB6801D0-12AF-4613-9462-2DEF2B963BA6}" type="pres">
      <dgm:prSet presAssocID="{33F04FF6-E80A-4C73-B9A4-569C724ECC92}" presName="hierChild5" presStyleCnt="0"/>
      <dgm:spPr/>
    </dgm:pt>
    <dgm:pt modelId="{931AB961-71EB-4065-A928-B38CD022D112}" type="pres">
      <dgm:prSet presAssocID="{14DEF2A8-48BC-45BC-A186-8F4AEAA51754}" presName="Name37" presStyleLbl="parChTrans1D3" presStyleIdx="17" presStyleCnt="30"/>
      <dgm:spPr/>
    </dgm:pt>
    <dgm:pt modelId="{6DDE1D49-E948-40A0-96A4-F8146C08BF4D}" type="pres">
      <dgm:prSet presAssocID="{A70A5C5E-0C18-40C4-BA92-18FC735E10C2}" presName="hierRoot2" presStyleCnt="0">
        <dgm:presLayoutVars>
          <dgm:hierBranch val="init"/>
        </dgm:presLayoutVars>
      </dgm:prSet>
      <dgm:spPr/>
    </dgm:pt>
    <dgm:pt modelId="{9671D5F6-06B2-44A4-A717-8F1FF87C225F}" type="pres">
      <dgm:prSet presAssocID="{A70A5C5E-0C18-40C4-BA92-18FC735E10C2}" presName="rootComposite" presStyleCnt="0"/>
      <dgm:spPr/>
    </dgm:pt>
    <dgm:pt modelId="{DA11FFE3-4CE7-4082-A11B-087FDF8E84EC}" type="pres">
      <dgm:prSet presAssocID="{A70A5C5E-0C18-40C4-BA92-18FC735E10C2}" presName="rootText" presStyleLbl="node3" presStyleIdx="17" presStyleCnt="30">
        <dgm:presLayoutVars>
          <dgm:chPref val="3"/>
        </dgm:presLayoutVars>
      </dgm:prSet>
      <dgm:spPr/>
    </dgm:pt>
    <dgm:pt modelId="{9F9E26B0-8B26-4266-B992-5BE48B272BBB}" type="pres">
      <dgm:prSet presAssocID="{A70A5C5E-0C18-40C4-BA92-18FC735E10C2}" presName="rootConnector" presStyleLbl="node3" presStyleIdx="17" presStyleCnt="30"/>
      <dgm:spPr/>
    </dgm:pt>
    <dgm:pt modelId="{563FD904-DF49-432F-96FA-A19DD1C91CF6}" type="pres">
      <dgm:prSet presAssocID="{A70A5C5E-0C18-40C4-BA92-18FC735E10C2}" presName="hierChild4" presStyleCnt="0"/>
      <dgm:spPr/>
    </dgm:pt>
    <dgm:pt modelId="{889E1652-A8A3-4825-9973-A7C041B80BC1}" type="pres">
      <dgm:prSet presAssocID="{A70A5C5E-0C18-40C4-BA92-18FC735E10C2}" presName="hierChild5" presStyleCnt="0"/>
      <dgm:spPr/>
    </dgm:pt>
    <dgm:pt modelId="{8A341501-19FA-40D2-945D-53FB007DCC36}" type="pres">
      <dgm:prSet presAssocID="{D46DD5C1-9E6F-4070-B5CB-9B61757E2098}" presName="hierChild5" presStyleCnt="0"/>
      <dgm:spPr/>
    </dgm:pt>
    <dgm:pt modelId="{73937FA2-0679-4AE0-81BC-3449DA464CF3}" type="pres">
      <dgm:prSet presAssocID="{D668B6E1-1CA2-4BC2-8A8B-D8A7BEB411EC}" presName="Name37" presStyleLbl="parChTrans1D2" presStyleIdx="4" presStyleCnt="7"/>
      <dgm:spPr/>
    </dgm:pt>
    <dgm:pt modelId="{7AC2DBF9-79B5-437D-BC53-E799A3E07CE9}" type="pres">
      <dgm:prSet presAssocID="{8C0F8DEB-74A1-4559-A4AE-3931147B7B93}" presName="hierRoot2" presStyleCnt="0">
        <dgm:presLayoutVars>
          <dgm:hierBranch val="init"/>
        </dgm:presLayoutVars>
      </dgm:prSet>
      <dgm:spPr/>
    </dgm:pt>
    <dgm:pt modelId="{B2BA83FA-9220-4FFA-A2D7-2FB20E1C88E0}" type="pres">
      <dgm:prSet presAssocID="{8C0F8DEB-74A1-4559-A4AE-3931147B7B93}" presName="rootComposite" presStyleCnt="0"/>
      <dgm:spPr/>
    </dgm:pt>
    <dgm:pt modelId="{E87F0312-4D34-4A46-A9D1-193FF9A1EF3F}" type="pres">
      <dgm:prSet presAssocID="{8C0F8DEB-74A1-4559-A4AE-3931147B7B93}" presName="rootText" presStyleLbl="node2" presStyleIdx="4" presStyleCnt="7">
        <dgm:presLayoutVars>
          <dgm:chPref val="3"/>
        </dgm:presLayoutVars>
      </dgm:prSet>
      <dgm:spPr/>
    </dgm:pt>
    <dgm:pt modelId="{3C34A4F5-8350-4EA5-BBF7-4F9BD611DC04}" type="pres">
      <dgm:prSet presAssocID="{8C0F8DEB-74A1-4559-A4AE-3931147B7B93}" presName="rootConnector" presStyleLbl="node2" presStyleIdx="4" presStyleCnt="7"/>
      <dgm:spPr/>
    </dgm:pt>
    <dgm:pt modelId="{14A723A1-3ADE-456F-9235-97133D88B56E}" type="pres">
      <dgm:prSet presAssocID="{8C0F8DEB-74A1-4559-A4AE-3931147B7B93}" presName="hierChild4" presStyleCnt="0"/>
      <dgm:spPr/>
    </dgm:pt>
    <dgm:pt modelId="{E8780FB4-4AE1-4AF4-8064-4C1D03520E1E}" type="pres">
      <dgm:prSet presAssocID="{845F0EA6-DD0C-4692-BD47-D255FC1190A2}" presName="Name37" presStyleLbl="parChTrans1D3" presStyleIdx="18" presStyleCnt="30"/>
      <dgm:spPr/>
    </dgm:pt>
    <dgm:pt modelId="{5190B6EE-4DC6-4AC3-985F-A379BA1128B6}" type="pres">
      <dgm:prSet presAssocID="{3C167513-DA2D-4142-A95A-F511BB9C66A4}" presName="hierRoot2" presStyleCnt="0">
        <dgm:presLayoutVars>
          <dgm:hierBranch val="init"/>
        </dgm:presLayoutVars>
      </dgm:prSet>
      <dgm:spPr/>
    </dgm:pt>
    <dgm:pt modelId="{846743D1-F86E-4C38-8E50-273D0C157DCB}" type="pres">
      <dgm:prSet presAssocID="{3C167513-DA2D-4142-A95A-F511BB9C66A4}" presName="rootComposite" presStyleCnt="0"/>
      <dgm:spPr/>
    </dgm:pt>
    <dgm:pt modelId="{A4C75E77-D2B5-4651-BFE2-71FB97DCFCA1}" type="pres">
      <dgm:prSet presAssocID="{3C167513-DA2D-4142-A95A-F511BB9C66A4}" presName="rootText" presStyleLbl="node3" presStyleIdx="18" presStyleCnt="30">
        <dgm:presLayoutVars>
          <dgm:chPref val="3"/>
        </dgm:presLayoutVars>
      </dgm:prSet>
      <dgm:spPr/>
    </dgm:pt>
    <dgm:pt modelId="{8FD2A3DD-AB13-43EE-AA5C-D7C268F62648}" type="pres">
      <dgm:prSet presAssocID="{3C167513-DA2D-4142-A95A-F511BB9C66A4}" presName="rootConnector" presStyleLbl="node3" presStyleIdx="18" presStyleCnt="30"/>
      <dgm:spPr/>
    </dgm:pt>
    <dgm:pt modelId="{E1F15507-3C30-4E89-A871-4F669C6672FC}" type="pres">
      <dgm:prSet presAssocID="{3C167513-DA2D-4142-A95A-F511BB9C66A4}" presName="hierChild4" presStyleCnt="0"/>
      <dgm:spPr/>
    </dgm:pt>
    <dgm:pt modelId="{2ED7D544-169B-40FE-A24D-3DF2D9406DD9}" type="pres">
      <dgm:prSet presAssocID="{3C167513-DA2D-4142-A95A-F511BB9C66A4}" presName="hierChild5" presStyleCnt="0"/>
      <dgm:spPr/>
    </dgm:pt>
    <dgm:pt modelId="{5512D051-79A5-4D71-8413-F385A677E1FE}" type="pres">
      <dgm:prSet presAssocID="{B3812819-C7A5-4766-8537-CB56010A8F98}" presName="Name37" presStyleLbl="parChTrans1D3" presStyleIdx="19" presStyleCnt="30"/>
      <dgm:spPr/>
    </dgm:pt>
    <dgm:pt modelId="{1E18D119-8DBA-4E38-BB0F-419278095C62}" type="pres">
      <dgm:prSet presAssocID="{ED35D030-26C0-402E-AD0A-F7500280D008}" presName="hierRoot2" presStyleCnt="0">
        <dgm:presLayoutVars>
          <dgm:hierBranch val="init"/>
        </dgm:presLayoutVars>
      </dgm:prSet>
      <dgm:spPr/>
    </dgm:pt>
    <dgm:pt modelId="{00B6FA87-CFDF-41C4-9EBD-90360E32BA30}" type="pres">
      <dgm:prSet presAssocID="{ED35D030-26C0-402E-AD0A-F7500280D008}" presName="rootComposite" presStyleCnt="0"/>
      <dgm:spPr/>
    </dgm:pt>
    <dgm:pt modelId="{6003AD72-741E-4D11-8E2B-01572CE94E8B}" type="pres">
      <dgm:prSet presAssocID="{ED35D030-26C0-402E-AD0A-F7500280D008}" presName="rootText" presStyleLbl="node3" presStyleIdx="19" presStyleCnt="30">
        <dgm:presLayoutVars>
          <dgm:chPref val="3"/>
        </dgm:presLayoutVars>
      </dgm:prSet>
      <dgm:spPr/>
    </dgm:pt>
    <dgm:pt modelId="{A40E78DD-1A89-4260-950F-49CB96A1B188}" type="pres">
      <dgm:prSet presAssocID="{ED35D030-26C0-402E-AD0A-F7500280D008}" presName="rootConnector" presStyleLbl="node3" presStyleIdx="19" presStyleCnt="30"/>
      <dgm:spPr/>
    </dgm:pt>
    <dgm:pt modelId="{B7064159-6005-478C-9F31-FF060BD191C7}" type="pres">
      <dgm:prSet presAssocID="{ED35D030-26C0-402E-AD0A-F7500280D008}" presName="hierChild4" presStyleCnt="0"/>
      <dgm:spPr/>
    </dgm:pt>
    <dgm:pt modelId="{B2EC014D-4BA9-4C45-97CD-971A08D6EA96}" type="pres">
      <dgm:prSet presAssocID="{ED35D030-26C0-402E-AD0A-F7500280D008}" presName="hierChild5" presStyleCnt="0"/>
      <dgm:spPr/>
    </dgm:pt>
    <dgm:pt modelId="{4985A9A3-0E57-42F4-B594-B99ED9BA44E6}" type="pres">
      <dgm:prSet presAssocID="{5BD816CF-1C06-4B9F-98A2-C0FCA564DC28}" presName="Name37" presStyleLbl="parChTrans1D3" presStyleIdx="20" presStyleCnt="30"/>
      <dgm:spPr/>
    </dgm:pt>
    <dgm:pt modelId="{EC8A72D2-D217-4364-95AD-7A34CF0B0E0F}" type="pres">
      <dgm:prSet presAssocID="{0D21747A-CB2D-46D1-A80B-F41A4955F89B}" presName="hierRoot2" presStyleCnt="0">
        <dgm:presLayoutVars>
          <dgm:hierBranch val="init"/>
        </dgm:presLayoutVars>
      </dgm:prSet>
      <dgm:spPr/>
    </dgm:pt>
    <dgm:pt modelId="{A8747F34-9BDD-4085-B6E1-B4C48CD35BEA}" type="pres">
      <dgm:prSet presAssocID="{0D21747A-CB2D-46D1-A80B-F41A4955F89B}" presName="rootComposite" presStyleCnt="0"/>
      <dgm:spPr/>
    </dgm:pt>
    <dgm:pt modelId="{74425907-AD0D-44F5-8152-23555C1550A2}" type="pres">
      <dgm:prSet presAssocID="{0D21747A-CB2D-46D1-A80B-F41A4955F89B}" presName="rootText" presStyleLbl="node3" presStyleIdx="20" presStyleCnt="30">
        <dgm:presLayoutVars>
          <dgm:chPref val="3"/>
        </dgm:presLayoutVars>
      </dgm:prSet>
      <dgm:spPr/>
    </dgm:pt>
    <dgm:pt modelId="{CBA6A856-2864-4466-9F7C-5658C188AF28}" type="pres">
      <dgm:prSet presAssocID="{0D21747A-CB2D-46D1-A80B-F41A4955F89B}" presName="rootConnector" presStyleLbl="node3" presStyleIdx="20" presStyleCnt="30"/>
      <dgm:spPr/>
    </dgm:pt>
    <dgm:pt modelId="{5286C0C0-B9AD-4562-A70A-D015ADC893FF}" type="pres">
      <dgm:prSet presAssocID="{0D21747A-CB2D-46D1-A80B-F41A4955F89B}" presName="hierChild4" presStyleCnt="0"/>
      <dgm:spPr/>
    </dgm:pt>
    <dgm:pt modelId="{01FCA101-ACE9-4C44-AAEB-6204E80CEAE1}" type="pres">
      <dgm:prSet presAssocID="{0D21747A-CB2D-46D1-A80B-F41A4955F89B}" presName="hierChild5" presStyleCnt="0"/>
      <dgm:spPr/>
    </dgm:pt>
    <dgm:pt modelId="{DB43BAD2-1EBD-4F52-A010-0AF6D8056D63}" type="pres">
      <dgm:prSet presAssocID="{1FC80C41-5077-4476-909C-04AE85E3D60F}" presName="Name37" presStyleLbl="parChTrans1D3" presStyleIdx="21" presStyleCnt="30"/>
      <dgm:spPr/>
    </dgm:pt>
    <dgm:pt modelId="{4347B85C-5516-4BF3-B371-9D641D23CE7C}" type="pres">
      <dgm:prSet presAssocID="{1BC1D1AE-5620-4B11-907E-D40964857971}" presName="hierRoot2" presStyleCnt="0">
        <dgm:presLayoutVars>
          <dgm:hierBranch val="init"/>
        </dgm:presLayoutVars>
      </dgm:prSet>
      <dgm:spPr/>
    </dgm:pt>
    <dgm:pt modelId="{CE8745E5-4611-486A-9958-41454A7463C7}" type="pres">
      <dgm:prSet presAssocID="{1BC1D1AE-5620-4B11-907E-D40964857971}" presName="rootComposite" presStyleCnt="0"/>
      <dgm:spPr/>
    </dgm:pt>
    <dgm:pt modelId="{990BDBD4-3EA2-43BE-A730-5519E4EF94AB}" type="pres">
      <dgm:prSet presAssocID="{1BC1D1AE-5620-4B11-907E-D40964857971}" presName="rootText" presStyleLbl="node3" presStyleIdx="21" presStyleCnt="30">
        <dgm:presLayoutVars>
          <dgm:chPref val="3"/>
        </dgm:presLayoutVars>
      </dgm:prSet>
      <dgm:spPr/>
    </dgm:pt>
    <dgm:pt modelId="{25F8D6DF-D3E0-4DB2-963B-71919B8181B9}" type="pres">
      <dgm:prSet presAssocID="{1BC1D1AE-5620-4B11-907E-D40964857971}" presName="rootConnector" presStyleLbl="node3" presStyleIdx="21" presStyleCnt="30"/>
      <dgm:spPr/>
    </dgm:pt>
    <dgm:pt modelId="{C180A3AD-2985-460B-ADBD-3FA057DFB75F}" type="pres">
      <dgm:prSet presAssocID="{1BC1D1AE-5620-4B11-907E-D40964857971}" presName="hierChild4" presStyleCnt="0"/>
      <dgm:spPr/>
    </dgm:pt>
    <dgm:pt modelId="{94E78E97-8E28-4520-BE07-A3A04610ED62}" type="pres">
      <dgm:prSet presAssocID="{1BC1D1AE-5620-4B11-907E-D40964857971}" presName="hierChild5" presStyleCnt="0"/>
      <dgm:spPr/>
    </dgm:pt>
    <dgm:pt modelId="{F3A922CC-3BA4-4F2D-AF11-2764FA971D0C}" type="pres">
      <dgm:prSet presAssocID="{8C0F8DEB-74A1-4559-A4AE-3931147B7B93}" presName="hierChild5" presStyleCnt="0"/>
      <dgm:spPr/>
    </dgm:pt>
    <dgm:pt modelId="{D5759BAD-C7CA-44E0-BF0C-EE6BEF42F85D}" type="pres">
      <dgm:prSet presAssocID="{36CD2630-9A1D-42C2-826C-CA398C666862}" presName="Name37" presStyleLbl="parChTrans1D2" presStyleIdx="5" presStyleCnt="7"/>
      <dgm:spPr/>
    </dgm:pt>
    <dgm:pt modelId="{1F1AC8C8-4B9E-4CB9-8444-16F4789BFC72}" type="pres">
      <dgm:prSet presAssocID="{2825EB8E-652D-4DEC-BFC4-78BB86272C97}" presName="hierRoot2" presStyleCnt="0">
        <dgm:presLayoutVars>
          <dgm:hierBranch val="init"/>
        </dgm:presLayoutVars>
      </dgm:prSet>
      <dgm:spPr/>
    </dgm:pt>
    <dgm:pt modelId="{C93B6627-F85A-4618-A9A3-B479951C9B43}" type="pres">
      <dgm:prSet presAssocID="{2825EB8E-652D-4DEC-BFC4-78BB86272C97}" presName="rootComposite" presStyleCnt="0"/>
      <dgm:spPr/>
    </dgm:pt>
    <dgm:pt modelId="{F9047E60-A858-474B-84A5-B309DDB83C78}" type="pres">
      <dgm:prSet presAssocID="{2825EB8E-652D-4DEC-BFC4-78BB86272C97}" presName="rootText" presStyleLbl="node2" presStyleIdx="5" presStyleCnt="7">
        <dgm:presLayoutVars>
          <dgm:chPref val="3"/>
        </dgm:presLayoutVars>
      </dgm:prSet>
      <dgm:spPr/>
    </dgm:pt>
    <dgm:pt modelId="{FE8DEAB4-3EA8-4618-89C4-2EA4C35B97B2}" type="pres">
      <dgm:prSet presAssocID="{2825EB8E-652D-4DEC-BFC4-78BB86272C97}" presName="rootConnector" presStyleLbl="node2" presStyleIdx="5" presStyleCnt="7"/>
      <dgm:spPr/>
    </dgm:pt>
    <dgm:pt modelId="{9B71BB79-E249-478A-86D4-AABE1AE58CE0}" type="pres">
      <dgm:prSet presAssocID="{2825EB8E-652D-4DEC-BFC4-78BB86272C97}" presName="hierChild4" presStyleCnt="0"/>
      <dgm:spPr/>
    </dgm:pt>
    <dgm:pt modelId="{3DA782D1-09C4-4B26-AA89-461D61CC6822}" type="pres">
      <dgm:prSet presAssocID="{F3422998-4A70-4AE7-BD71-957279736BFC}" presName="Name37" presStyleLbl="parChTrans1D3" presStyleIdx="22" presStyleCnt="30"/>
      <dgm:spPr/>
    </dgm:pt>
    <dgm:pt modelId="{20D29DD1-80C8-4D36-A85E-2BC80D6F2474}" type="pres">
      <dgm:prSet presAssocID="{F881F10B-6D55-4AFB-9F38-E85FB80D2AEC}" presName="hierRoot2" presStyleCnt="0">
        <dgm:presLayoutVars>
          <dgm:hierBranch val="init"/>
        </dgm:presLayoutVars>
      </dgm:prSet>
      <dgm:spPr/>
    </dgm:pt>
    <dgm:pt modelId="{0D9FA4E9-1FEB-498E-A815-18EB67288187}" type="pres">
      <dgm:prSet presAssocID="{F881F10B-6D55-4AFB-9F38-E85FB80D2AEC}" presName="rootComposite" presStyleCnt="0"/>
      <dgm:spPr/>
    </dgm:pt>
    <dgm:pt modelId="{50F272D4-B1BF-4F2B-B494-0014EC41B982}" type="pres">
      <dgm:prSet presAssocID="{F881F10B-6D55-4AFB-9F38-E85FB80D2AEC}" presName="rootText" presStyleLbl="node3" presStyleIdx="22" presStyleCnt="30">
        <dgm:presLayoutVars>
          <dgm:chPref val="3"/>
        </dgm:presLayoutVars>
      </dgm:prSet>
      <dgm:spPr/>
    </dgm:pt>
    <dgm:pt modelId="{F6681141-5AF0-480C-87B4-7C9D15F2BAE7}" type="pres">
      <dgm:prSet presAssocID="{F881F10B-6D55-4AFB-9F38-E85FB80D2AEC}" presName="rootConnector" presStyleLbl="node3" presStyleIdx="22" presStyleCnt="30"/>
      <dgm:spPr/>
    </dgm:pt>
    <dgm:pt modelId="{FAEFCDA2-DB5A-4C5A-8E94-06B8597171D6}" type="pres">
      <dgm:prSet presAssocID="{F881F10B-6D55-4AFB-9F38-E85FB80D2AEC}" presName="hierChild4" presStyleCnt="0"/>
      <dgm:spPr/>
    </dgm:pt>
    <dgm:pt modelId="{32588FD1-8E1F-48C7-A0E5-FEA619DFFF75}" type="pres">
      <dgm:prSet presAssocID="{F881F10B-6D55-4AFB-9F38-E85FB80D2AEC}" presName="hierChild5" presStyleCnt="0"/>
      <dgm:spPr/>
    </dgm:pt>
    <dgm:pt modelId="{C81C427E-9B6B-40DE-B4B7-F00F36475F48}" type="pres">
      <dgm:prSet presAssocID="{70B7C4DA-C627-417A-A54B-279272F4483A}" presName="Name37" presStyleLbl="parChTrans1D3" presStyleIdx="23" presStyleCnt="30"/>
      <dgm:spPr/>
    </dgm:pt>
    <dgm:pt modelId="{E51E49D4-0488-490B-A49D-74D08E100917}" type="pres">
      <dgm:prSet presAssocID="{4924A9E1-5EDF-40DD-8F0C-3C8CA44AB9F2}" presName="hierRoot2" presStyleCnt="0">
        <dgm:presLayoutVars>
          <dgm:hierBranch val="init"/>
        </dgm:presLayoutVars>
      </dgm:prSet>
      <dgm:spPr/>
    </dgm:pt>
    <dgm:pt modelId="{983905C6-A5E0-4FF9-8DD4-634812FC1116}" type="pres">
      <dgm:prSet presAssocID="{4924A9E1-5EDF-40DD-8F0C-3C8CA44AB9F2}" presName="rootComposite" presStyleCnt="0"/>
      <dgm:spPr/>
    </dgm:pt>
    <dgm:pt modelId="{AB40040B-1AA6-4D75-8340-825426BB464A}" type="pres">
      <dgm:prSet presAssocID="{4924A9E1-5EDF-40DD-8F0C-3C8CA44AB9F2}" presName="rootText" presStyleLbl="node3" presStyleIdx="23" presStyleCnt="30">
        <dgm:presLayoutVars>
          <dgm:chPref val="3"/>
        </dgm:presLayoutVars>
      </dgm:prSet>
      <dgm:spPr/>
    </dgm:pt>
    <dgm:pt modelId="{EAF30690-CD20-4A8F-B746-C1D47E46C0CB}" type="pres">
      <dgm:prSet presAssocID="{4924A9E1-5EDF-40DD-8F0C-3C8CA44AB9F2}" presName="rootConnector" presStyleLbl="node3" presStyleIdx="23" presStyleCnt="30"/>
      <dgm:spPr/>
    </dgm:pt>
    <dgm:pt modelId="{A6CCC4E8-E3B6-488F-9BFB-4DEAE477BB52}" type="pres">
      <dgm:prSet presAssocID="{4924A9E1-5EDF-40DD-8F0C-3C8CA44AB9F2}" presName="hierChild4" presStyleCnt="0"/>
      <dgm:spPr/>
    </dgm:pt>
    <dgm:pt modelId="{3F1764A1-7E85-4CF1-AD4D-6B8FA22BB00A}" type="pres">
      <dgm:prSet presAssocID="{4924A9E1-5EDF-40DD-8F0C-3C8CA44AB9F2}" presName="hierChild5" presStyleCnt="0"/>
      <dgm:spPr/>
    </dgm:pt>
    <dgm:pt modelId="{EDDBFEF4-22E6-4F82-BA4D-E5991A661204}" type="pres">
      <dgm:prSet presAssocID="{97FF9BAD-965E-4ACC-ACBA-E8E7C0C4E935}" presName="Name37" presStyleLbl="parChTrans1D3" presStyleIdx="24" presStyleCnt="30"/>
      <dgm:spPr/>
    </dgm:pt>
    <dgm:pt modelId="{BEB66C1C-F5EC-4A0D-8B64-4D546A96E7BC}" type="pres">
      <dgm:prSet presAssocID="{9A6E8180-22C5-416E-9E2A-785CAEE92CCB}" presName="hierRoot2" presStyleCnt="0">
        <dgm:presLayoutVars>
          <dgm:hierBranch val="init"/>
        </dgm:presLayoutVars>
      </dgm:prSet>
      <dgm:spPr/>
    </dgm:pt>
    <dgm:pt modelId="{4A30EF44-4AAA-4724-BCDE-95AD54DC33DB}" type="pres">
      <dgm:prSet presAssocID="{9A6E8180-22C5-416E-9E2A-785CAEE92CCB}" presName="rootComposite" presStyleCnt="0"/>
      <dgm:spPr/>
    </dgm:pt>
    <dgm:pt modelId="{38F509AE-8BF0-4E76-AED3-752F8BE0FA1A}" type="pres">
      <dgm:prSet presAssocID="{9A6E8180-22C5-416E-9E2A-785CAEE92CCB}" presName="rootText" presStyleLbl="node3" presStyleIdx="24" presStyleCnt="30">
        <dgm:presLayoutVars>
          <dgm:chPref val="3"/>
        </dgm:presLayoutVars>
      </dgm:prSet>
      <dgm:spPr/>
    </dgm:pt>
    <dgm:pt modelId="{B2150A84-4D72-410B-AA7A-7E6EE9C40F3C}" type="pres">
      <dgm:prSet presAssocID="{9A6E8180-22C5-416E-9E2A-785CAEE92CCB}" presName="rootConnector" presStyleLbl="node3" presStyleIdx="24" presStyleCnt="30"/>
      <dgm:spPr/>
    </dgm:pt>
    <dgm:pt modelId="{104B94EC-9ACA-4D25-B769-F914AA133C04}" type="pres">
      <dgm:prSet presAssocID="{9A6E8180-22C5-416E-9E2A-785CAEE92CCB}" presName="hierChild4" presStyleCnt="0"/>
      <dgm:spPr/>
    </dgm:pt>
    <dgm:pt modelId="{55F5A47B-FE94-4720-ACE5-E43EF038C7A7}" type="pres">
      <dgm:prSet presAssocID="{9A6E8180-22C5-416E-9E2A-785CAEE92CCB}" presName="hierChild5" presStyleCnt="0"/>
      <dgm:spPr/>
    </dgm:pt>
    <dgm:pt modelId="{B51F585F-46E7-4A59-9701-E9304484D8E3}" type="pres">
      <dgm:prSet presAssocID="{B61BD92F-CE38-4326-A7F8-C36048E79F98}" presName="Name37" presStyleLbl="parChTrans1D3" presStyleIdx="25" presStyleCnt="30"/>
      <dgm:spPr/>
    </dgm:pt>
    <dgm:pt modelId="{F775E2F9-C467-4D66-B713-B83AD7811AC3}" type="pres">
      <dgm:prSet presAssocID="{81111086-3CB8-465C-9814-B935DB38EBD4}" presName="hierRoot2" presStyleCnt="0">
        <dgm:presLayoutVars>
          <dgm:hierBranch val="init"/>
        </dgm:presLayoutVars>
      </dgm:prSet>
      <dgm:spPr/>
    </dgm:pt>
    <dgm:pt modelId="{EA55FA21-4FCF-4AC3-806F-F2EBE0006EE0}" type="pres">
      <dgm:prSet presAssocID="{81111086-3CB8-465C-9814-B935DB38EBD4}" presName="rootComposite" presStyleCnt="0"/>
      <dgm:spPr/>
    </dgm:pt>
    <dgm:pt modelId="{F3926A1A-8AA2-4C3D-9131-05E2DFB00781}" type="pres">
      <dgm:prSet presAssocID="{81111086-3CB8-465C-9814-B935DB38EBD4}" presName="rootText" presStyleLbl="node3" presStyleIdx="25" presStyleCnt="30">
        <dgm:presLayoutVars>
          <dgm:chPref val="3"/>
        </dgm:presLayoutVars>
      </dgm:prSet>
      <dgm:spPr/>
    </dgm:pt>
    <dgm:pt modelId="{956EC0BC-EF90-480D-941E-6F537B28B7DA}" type="pres">
      <dgm:prSet presAssocID="{81111086-3CB8-465C-9814-B935DB38EBD4}" presName="rootConnector" presStyleLbl="node3" presStyleIdx="25" presStyleCnt="30"/>
      <dgm:spPr/>
    </dgm:pt>
    <dgm:pt modelId="{0610BB3E-3FA7-43FF-97C4-32454DAD9BD3}" type="pres">
      <dgm:prSet presAssocID="{81111086-3CB8-465C-9814-B935DB38EBD4}" presName="hierChild4" presStyleCnt="0"/>
      <dgm:spPr/>
    </dgm:pt>
    <dgm:pt modelId="{8F0C4FD5-46A7-4A39-A18F-83DBC97FC28F}" type="pres">
      <dgm:prSet presAssocID="{81111086-3CB8-465C-9814-B935DB38EBD4}" presName="hierChild5" presStyleCnt="0"/>
      <dgm:spPr/>
    </dgm:pt>
    <dgm:pt modelId="{1BE4C42E-0946-42F0-86BB-4A2F9E24FE27}" type="pres">
      <dgm:prSet presAssocID="{2825EB8E-652D-4DEC-BFC4-78BB86272C97}" presName="hierChild5" presStyleCnt="0"/>
      <dgm:spPr/>
    </dgm:pt>
    <dgm:pt modelId="{65D06EAC-60BA-418E-BE54-44C821605919}" type="pres">
      <dgm:prSet presAssocID="{3691785C-8B3A-4D29-AE8D-81D9FDD4049B}" presName="Name37" presStyleLbl="parChTrans1D2" presStyleIdx="6" presStyleCnt="7"/>
      <dgm:spPr/>
    </dgm:pt>
    <dgm:pt modelId="{3D1606D9-A514-4231-B2E1-23842813F130}" type="pres">
      <dgm:prSet presAssocID="{350D20CC-666A-4090-94D0-14B2EB962A0B}" presName="hierRoot2" presStyleCnt="0">
        <dgm:presLayoutVars>
          <dgm:hierBranch val="init"/>
        </dgm:presLayoutVars>
      </dgm:prSet>
      <dgm:spPr/>
    </dgm:pt>
    <dgm:pt modelId="{A21683C5-77FD-4EB5-A8A9-3313C7C4CD33}" type="pres">
      <dgm:prSet presAssocID="{350D20CC-666A-4090-94D0-14B2EB962A0B}" presName="rootComposite" presStyleCnt="0"/>
      <dgm:spPr/>
    </dgm:pt>
    <dgm:pt modelId="{7EE797CA-7D7F-4796-9C37-2D06E26625E8}" type="pres">
      <dgm:prSet presAssocID="{350D20CC-666A-4090-94D0-14B2EB962A0B}" presName="rootText" presStyleLbl="node2" presStyleIdx="6" presStyleCnt="7">
        <dgm:presLayoutVars>
          <dgm:chPref val="3"/>
        </dgm:presLayoutVars>
      </dgm:prSet>
      <dgm:spPr/>
    </dgm:pt>
    <dgm:pt modelId="{DC9FE52D-6BDD-4DA6-B988-8B1593DF0BB8}" type="pres">
      <dgm:prSet presAssocID="{350D20CC-666A-4090-94D0-14B2EB962A0B}" presName="rootConnector" presStyleLbl="node2" presStyleIdx="6" presStyleCnt="7"/>
      <dgm:spPr/>
    </dgm:pt>
    <dgm:pt modelId="{4946BE61-ED7A-434D-8344-C98E2444683B}" type="pres">
      <dgm:prSet presAssocID="{350D20CC-666A-4090-94D0-14B2EB962A0B}" presName="hierChild4" presStyleCnt="0"/>
      <dgm:spPr/>
    </dgm:pt>
    <dgm:pt modelId="{A4ECCE7D-B0D8-424C-9927-B866CD0E0D2D}" type="pres">
      <dgm:prSet presAssocID="{587E0345-24A0-430D-B73A-3E0AA59587A3}" presName="Name37" presStyleLbl="parChTrans1D3" presStyleIdx="26" presStyleCnt="30"/>
      <dgm:spPr/>
    </dgm:pt>
    <dgm:pt modelId="{580127AA-5F69-4C36-895A-202E40C8EF87}" type="pres">
      <dgm:prSet presAssocID="{CC4A2A5C-3726-49AD-B0FB-3FE81BC9C1D9}" presName="hierRoot2" presStyleCnt="0">
        <dgm:presLayoutVars>
          <dgm:hierBranch val="init"/>
        </dgm:presLayoutVars>
      </dgm:prSet>
      <dgm:spPr/>
    </dgm:pt>
    <dgm:pt modelId="{30FC3CE6-355C-4759-9482-938EC5188CF8}" type="pres">
      <dgm:prSet presAssocID="{CC4A2A5C-3726-49AD-B0FB-3FE81BC9C1D9}" presName="rootComposite" presStyleCnt="0"/>
      <dgm:spPr/>
    </dgm:pt>
    <dgm:pt modelId="{D98D8A76-58C7-446E-82A9-2A24DA721B4A}" type="pres">
      <dgm:prSet presAssocID="{CC4A2A5C-3726-49AD-B0FB-3FE81BC9C1D9}" presName="rootText" presStyleLbl="node3" presStyleIdx="26" presStyleCnt="30">
        <dgm:presLayoutVars>
          <dgm:chPref val="3"/>
        </dgm:presLayoutVars>
      </dgm:prSet>
      <dgm:spPr/>
    </dgm:pt>
    <dgm:pt modelId="{6F63EAB6-8112-436F-8E17-2D6ECFA37536}" type="pres">
      <dgm:prSet presAssocID="{CC4A2A5C-3726-49AD-B0FB-3FE81BC9C1D9}" presName="rootConnector" presStyleLbl="node3" presStyleIdx="26" presStyleCnt="30"/>
      <dgm:spPr/>
    </dgm:pt>
    <dgm:pt modelId="{E4FC5037-0527-4106-9385-3D499D513784}" type="pres">
      <dgm:prSet presAssocID="{CC4A2A5C-3726-49AD-B0FB-3FE81BC9C1D9}" presName="hierChild4" presStyleCnt="0"/>
      <dgm:spPr/>
    </dgm:pt>
    <dgm:pt modelId="{629F8945-F006-4675-B035-3C455D019C79}" type="pres">
      <dgm:prSet presAssocID="{CC4A2A5C-3726-49AD-B0FB-3FE81BC9C1D9}" presName="hierChild5" presStyleCnt="0"/>
      <dgm:spPr/>
    </dgm:pt>
    <dgm:pt modelId="{6E6B04F3-6CFB-4016-B8E6-3E67074C3ADB}" type="pres">
      <dgm:prSet presAssocID="{5C89B664-A57F-46D9-895E-9C0B371607E1}" presName="Name37" presStyleLbl="parChTrans1D3" presStyleIdx="27" presStyleCnt="30"/>
      <dgm:spPr/>
    </dgm:pt>
    <dgm:pt modelId="{31008084-60C8-479F-9C64-AE12A70953FC}" type="pres">
      <dgm:prSet presAssocID="{238E8EB3-30CD-4C02-ADF7-E203427E4956}" presName="hierRoot2" presStyleCnt="0">
        <dgm:presLayoutVars>
          <dgm:hierBranch val="init"/>
        </dgm:presLayoutVars>
      </dgm:prSet>
      <dgm:spPr/>
    </dgm:pt>
    <dgm:pt modelId="{AEA92753-D5C4-4CB9-B640-03C7276DFD33}" type="pres">
      <dgm:prSet presAssocID="{238E8EB3-30CD-4C02-ADF7-E203427E4956}" presName="rootComposite" presStyleCnt="0"/>
      <dgm:spPr/>
    </dgm:pt>
    <dgm:pt modelId="{F0B3A0FA-1AB3-4A8C-B8D7-82BC7A97B73B}" type="pres">
      <dgm:prSet presAssocID="{238E8EB3-30CD-4C02-ADF7-E203427E4956}" presName="rootText" presStyleLbl="node3" presStyleIdx="27" presStyleCnt="30">
        <dgm:presLayoutVars>
          <dgm:chPref val="3"/>
        </dgm:presLayoutVars>
      </dgm:prSet>
      <dgm:spPr/>
    </dgm:pt>
    <dgm:pt modelId="{DF66910F-7EE5-4315-9C30-1C96C25D2176}" type="pres">
      <dgm:prSet presAssocID="{238E8EB3-30CD-4C02-ADF7-E203427E4956}" presName="rootConnector" presStyleLbl="node3" presStyleIdx="27" presStyleCnt="30"/>
      <dgm:spPr/>
    </dgm:pt>
    <dgm:pt modelId="{1134F9EC-00BB-4A02-BB83-B36F03F32BAB}" type="pres">
      <dgm:prSet presAssocID="{238E8EB3-30CD-4C02-ADF7-E203427E4956}" presName="hierChild4" presStyleCnt="0"/>
      <dgm:spPr/>
    </dgm:pt>
    <dgm:pt modelId="{2E961638-AB9F-41A9-A69A-F08EFE99B3D9}" type="pres">
      <dgm:prSet presAssocID="{238E8EB3-30CD-4C02-ADF7-E203427E4956}" presName="hierChild5" presStyleCnt="0"/>
      <dgm:spPr/>
    </dgm:pt>
    <dgm:pt modelId="{EA16559D-73FF-4220-B9E9-28BB97708AC4}" type="pres">
      <dgm:prSet presAssocID="{508A3628-2A71-475E-A26F-734167778669}" presName="Name37" presStyleLbl="parChTrans1D3" presStyleIdx="28" presStyleCnt="30"/>
      <dgm:spPr/>
    </dgm:pt>
    <dgm:pt modelId="{7D82CCBA-C808-449F-A1C8-20B72708E659}" type="pres">
      <dgm:prSet presAssocID="{44781519-001B-41BF-8B7A-C8DA4EEDAE2F}" presName="hierRoot2" presStyleCnt="0">
        <dgm:presLayoutVars>
          <dgm:hierBranch val="init"/>
        </dgm:presLayoutVars>
      </dgm:prSet>
      <dgm:spPr/>
    </dgm:pt>
    <dgm:pt modelId="{BA90FDAD-B04C-4CA3-A5E7-023407F16587}" type="pres">
      <dgm:prSet presAssocID="{44781519-001B-41BF-8B7A-C8DA4EEDAE2F}" presName="rootComposite" presStyleCnt="0"/>
      <dgm:spPr/>
    </dgm:pt>
    <dgm:pt modelId="{DF5A2436-CD3D-4D53-8874-3AE090499F76}" type="pres">
      <dgm:prSet presAssocID="{44781519-001B-41BF-8B7A-C8DA4EEDAE2F}" presName="rootText" presStyleLbl="node3" presStyleIdx="28" presStyleCnt="30">
        <dgm:presLayoutVars>
          <dgm:chPref val="3"/>
        </dgm:presLayoutVars>
      </dgm:prSet>
      <dgm:spPr/>
    </dgm:pt>
    <dgm:pt modelId="{C36B6E7B-6ACB-422B-9B5A-375AD32EC355}" type="pres">
      <dgm:prSet presAssocID="{44781519-001B-41BF-8B7A-C8DA4EEDAE2F}" presName="rootConnector" presStyleLbl="node3" presStyleIdx="28" presStyleCnt="30"/>
      <dgm:spPr/>
    </dgm:pt>
    <dgm:pt modelId="{EC90B76D-CABB-4C21-B7D0-792B0DD5631B}" type="pres">
      <dgm:prSet presAssocID="{44781519-001B-41BF-8B7A-C8DA4EEDAE2F}" presName="hierChild4" presStyleCnt="0"/>
      <dgm:spPr/>
    </dgm:pt>
    <dgm:pt modelId="{E7122466-70A8-475A-8579-8A682E2BE482}" type="pres">
      <dgm:prSet presAssocID="{44781519-001B-41BF-8B7A-C8DA4EEDAE2F}" presName="hierChild5" presStyleCnt="0"/>
      <dgm:spPr/>
    </dgm:pt>
    <dgm:pt modelId="{FD27C909-5E34-44A8-B4EB-A6F385FCADDC}" type="pres">
      <dgm:prSet presAssocID="{A257F435-2BEC-4D3C-B676-56AD5BA9759C}" presName="Name37" presStyleLbl="parChTrans1D3" presStyleIdx="29" presStyleCnt="30"/>
      <dgm:spPr/>
    </dgm:pt>
    <dgm:pt modelId="{7E3099DA-DC4C-4A9E-B260-FCB8DA1535E2}" type="pres">
      <dgm:prSet presAssocID="{49448424-1642-469E-A52C-E7FA609C7EC4}" presName="hierRoot2" presStyleCnt="0">
        <dgm:presLayoutVars>
          <dgm:hierBranch val="init"/>
        </dgm:presLayoutVars>
      </dgm:prSet>
      <dgm:spPr/>
    </dgm:pt>
    <dgm:pt modelId="{0721FAB5-C55B-4640-B755-43D3759761D1}" type="pres">
      <dgm:prSet presAssocID="{49448424-1642-469E-A52C-E7FA609C7EC4}" presName="rootComposite" presStyleCnt="0"/>
      <dgm:spPr/>
    </dgm:pt>
    <dgm:pt modelId="{64CF32D6-C3BF-4E8A-9726-B935D4A53CB7}" type="pres">
      <dgm:prSet presAssocID="{49448424-1642-469E-A52C-E7FA609C7EC4}" presName="rootText" presStyleLbl="node3" presStyleIdx="29" presStyleCnt="30">
        <dgm:presLayoutVars>
          <dgm:chPref val="3"/>
        </dgm:presLayoutVars>
      </dgm:prSet>
      <dgm:spPr/>
    </dgm:pt>
    <dgm:pt modelId="{A8BF9BD7-1059-44B4-9A27-F4C5D6ADF069}" type="pres">
      <dgm:prSet presAssocID="{49448424-1642-469E-A52C-E7FA609C7EC4}" presName="rootConnector" presStyleLbl="node3" presStyleIdx="29" presStyleCnt="30"/>
      <dgm:spPr/>
    </dgm:pt>
    <dgm:pt modelId="{F88F04F7-382A-4C54-A920-CA95047EF0B2}" type="pres">
      <dgm:prSet presAssocID="{49448424-1642-469E-A52C-E7FA609C7EC4}" presName="hierChild4" presStyleCnt="0"/>
      <dgm:spPr/>
    </dgm:pt>
    <dgm:pt modelId="{6A504CD8-F99C-48A9-B891-B61C9BEAA8DC}" type="pres">
      <dgm:prSet presAssocID="{49448424-1642-469E-A52C-E7FA609C7EC4}" presName="hierChild5" presStyleCnt="0"/>
      <dgm:spPr/>
    </dgm:pt>
    <dgm:pt modelId="{B2B5EC8A-81CC-42BB-AF43-C50C0DDBF0BA}" type="pres">
      <dgm:prSet presAssocID="{350D20CC-666A-4090-94D0-14B2EB962A0B}" presName="hierChild5" presStyleCnt="0"/>
      <dgm:spPr/>
    </dgm:pt>
    <dgm:pt modelId="{AD5BA884-C9DC-4917-BEC1-A16A684A17EE}" type="pres">
      <dgm:prSet presAssocID="{96FE6D76-DDE5-41EF-B2FE-2C19FAAA9045}" presName="hierChild3" presStyleCnt="0"/>
      <dgm:spPr/>
    </dgm:pt>
  </dgm:ptLst>
  <dgm:cxnLst>
    <dgm:cxn modelId="{EF168F00-0A42-40AB-93DA-5D860AFBE548}" type="presOf" srcId="{BBD5FB4A-F2FB-4CAF-AD35-7076F887AFCC}" destId="{4BBBF9D5-431E-4F42-861B-02D82CA5BD7C}" srcOrd="1" destOrd="0" presId="urn:microsoft.com/office/officeart/2005/8/layout/orgChart1"/>
    <dgm:cxn modelId="{65847001-A534-499F-B89B-2EF6D17DD2B1}" type="presOf" srcId="{2825EB8E-652D-4DEC-BFC4-78BB86272C97}" destId="{F9047E60-A858-474B-84A5-B309DDB83C78}" srcOrd="0" destOrd="0" presId="urn:microsoft.com/office/officeart/2005/8/layout/orgChart1"/>
    <dgm:cxn modelId="{B2CA8103-48CF-4275-B140-8BCF1481BE35}" type="presOf" srcId="{884D2FE6-BB53-4185-BB90-8FD47D98794D}" destId="{B4438B92-1684-4AE6-81FD-BA34C24468E0}" srcOrd="1" destOrd="0" presId="urn:microsoft.com/office/officeart/2005/8/layout/orgChart1"/>
    <dgm:cxn modelId="{0CFBB204-739F-4CED-85F4-5DD06F8969D9}" type="presOf" srcId="{4924A9E1-5EDF-40DD-8F0C-3C8CA44AB9F2}" destId="{EAF30690-CD20-4A8F-B746-C1D47E46C0CB}" srcOrd="1" destOrd="0" presId="urn:microsoft.com/office/officeart/2005/8/layout/orgChart1"/>
    <dgm:cxn modelId="{0903A805-1BCA-4BCD-9D9C-860DC7003F9E}" type="presOf" srcId="{49448424-1642-469E-A52C-E7FA609C7EC4}" destId="{A8BF9BD7-1059-44B4-9A27-F4C5D6ADF069}" srcOrd="1" destOrd="0" presId="urn:microsoft.com/office/officeart/2005/8/layout/orgChart1"/>
    <dgm:cxn modelId="{3D5ECD05-EA0A-4C93-87C8-3064FBAB139F}" type="presOf" srcId="{F881F10B-6D55-4AFB-9F38-E85FB80D2AEC}" destId="{F6681141-5AF0-480C-87B4-7C9D15F2BAE7}" srcOrd="1" destOrd="0" presId="urn:microsoft.com/office/officeart/2005/8/layout/orgChart1"/>
    <dgm:cxn modelId="{67141208-0535-4E3F-87FA-47BECA3EB8F5}" type="presOf" srcId="{8C0F8DEB-74A1-4559-A4AE-3931147B7B93}" destId="{3C34A4F5-8350-4EA5-BBF7-4F9BD611DC04}" srcOrd="1" destOrd="0" presId="urn:microsoft.com/office/officeart/2005/8/layout/orgChart1"/>
    <dgm:cxn modelId="{DF5DEB09-862B-42D3-84CB-D3CD17270686}" type="presOf" srcId="{4924A9E1-5EDF-40DD-8F0C-3C8CA44AB9F2}" destId="{AB40040B-1AA6-4D75-8340-825426BB464A}" srcOrd="0" destOrd="0" presId="urn:microsoft.com/office/officeart/2005/8/layout/orgChart1"/>
    <dgm:cxn modelId="{39AF0E0A-FF8E-46D0-9EFE-DE3A2B924D4E}" srcId="{8C0F8DEB-74A1-4559-A4AE-3931147B7B93}" destId="{3C167513-DA2D-4142-A95A-F511BB9C66A4}" srcOrd="0" destOrd="0" parTransId="{845F0EA6-DD0C-4692-BD47-D255FC1190A2}" sibTransId="{42A5EF0C-488C-4566-84FE-9A528A46331C}"/>
    <dgm:cxn modelId="{A8A2540B-1178-40C4-8AE7-55AC0A60A490}" type="presOf" srcId="{8C0F8DEB-74A1-4559-A4AE-3931147B7B93}" destId="{E87F0312-4D34-4A46-A9D1-193FF9A1EF3F}" srcOrd="0" destOrd="0" presId="urn:microsoft.com/office/officeart/2005/8/layout/orgChart1"/>
    <dgm:cxn modelId="{BF34570B-BC12-44BB-8F4B-685E01A963F5}" type="presOf" srcId="{8537EEB1-7613-475A-9828-5E432D38DBE0}" destId="{5B1278C1-A541-4824-A27D-800AFA903EE8}" srcOrd="0" destOrd="0" presId="urn:microsoft.com/office/officeart/2005/8/layout/orgChart1"/>
    <dgm:cxn modelId="{D6CD9D0C-CA3E-4BC4-86A3-54B164DD18E2}" type="presOf" srcId="{238E8EB3-30CD-4C02-ADF7-E203427E4956}" destId="{F0B3A0FA-1AB3-4A8C-B8D7-82BC7A97B73B}" srcOrd="0" destOrd="0" presId="urn:microsoft.com/office/officeart/2005/8/layout/orgChart1"/>
    <dgm:cxn modelId="{5B8C6D0F-776E-4406-9805-925C67DA9A30}" type="presOf" srcId="{B7ACE813-218F-4B79-9A44-A49B58EE4ABE}" destId="{FDB83631-2E97-47D9-8729-62082352251A}" srcOrd="0" destOrd="0" presId="urn:microsoft.com/office/officeart/2005/8/layout/orgChart1"/>
    <dgm:cxn modelId="{11155B10-984D-48D3-AA85-FB057FC55126}" type="presOf" srcId="{9E4F6855-B75F-4938-9BFC-265898E64383}" destId="{8A59D3A5-89A6-485D-ADAB-D7EE7382C11B}" srcOrd="0" destOrd="0" presId="urn:microsoft.com/office/officeart/2005/8/layout/orgChart1"/>
    <dgm:cxn modelId="{F7A9C012-B3BF-46EC-83FA-A3EC9D686BC2}" type="presOf" srcId="{9A6E8180-22C5-416E-9E2A-785CAEE92CCB}" destId="{38F509AE-8BF0-4E76-AED3-752F8BE0FA1A}" srcOrd="0" destOrd="0" presId="urn:microsoft.com/office/officeart/2005/8/layout/orgChart1"/>
    <dgm:cxn modelId="{648C2319-CC87-4F66-B5C3-E7CCF0829FA8}" type="presOf" srcId="{1FC80C41-5077-4476-909C-04AE85E3D60F}" destId="{DB43BAD2-1EBD-4F52-A010-0AF6D8056D63}" srcOrd="0" destOrd="0" presId="urn:microsoft.com/office/officeart/2005/8/layout/orgChart1"/>
    <dgm:cxn modelId="{45D03B19-70AA-4A99-951D-F20ED373D571}" srcId="{C6F231AF-7D3E-40CE-9152-7C447C67EB1C}" destId="{B7ACE813-218F-4B79-9A44-A49B58EE4ABE}" srcOrd="1" destOrd="0" parTransId="{71433295-E221-4BD2-BF6E-E150B57DBB45}" sibTransId="{6B5F417C-4BAF-489C-9BF9-6E42F6C011C1}"/>
    <dgm:cxn modelId="{A5D02F1A-A94B-43F3-BA68-5EAC0EDBA34F}" type="presOf" srcId="{DA94AAA7-FF46-41A0-944B-9883AAE2D08A}" destId="{6EC01212-1400-4574-B537-52BB5B37353E}" srcOrd="0" destOrd="0" presId="urn:microsoft.com/office/officeart/2005/8/layout/orgChart1"/>
    <dgm:cxn modelId="{6B397D1C-6EC9-424F-A1B0-5ADA29259602}" srcId="{2599D30F-BE1F-436A-A51D-69D9ED589277}" destId="{BA14A53F-D476-417A-A9BD-45409191095B}" srcOrd="1" destOrd="0" parTransId="{67CBE858-2DC7-47FA-ADA8-4FA35C1E6BB2}" sibTransId="{945766EF-BD3F-4E9B-B78A-031AFB24DE5B}"/>
    <dgm:cxn modelId="{B934541D-08AC-4E87-977A-96ABDC41733A}" type="presOf" srcId="{DEDF4023-4AE4-4431-8129-780DB707DF2A}" destId="{653924AC-5EA7-40E0-911E-70934CF4280A}" srcOrd="1" destOrd="0" presId="urn:microsoft.com/office/officeart/2005/8/layout/orgChart1"/>
    <dgm:cxn modelId="{72AD831D-9E73-4E15-9054-E5B0E9B75523}" type="presOf" srcId="{350D20CC-666A-4090-94D0-14B2EB962A0B}" destId="{DC9FE52D-6BDD-4DA6-B988-8B1593DF0BB8}" srcOrd="1" destOrd="0" presId="urn:microsoft.com/office/officeart/2005/8/layout/orgChart1"/>
    <dgm:cxn modelId="{7D32AE20-8EA1-4263-A7F8-1250DF106698}" type="presOf" srcId="{0600C4CA-876C-411F-8E2D-2C34B9673C51}" destId="{18619365-92BE-45AD-884A-A9A9C5807C37}" srcOrd="0" destOrd="0" presId="urn:microsoft.com/office/officeart/2005/8/layout/orgChart1"/>
    <dgm:cxn modelId="{E0F8C121-1A71-4FD5-BB19-6B9772A30EDD}" type="presOf" srcId="{81111086-3CB8-465C-9814-B935DB38EBD4}" destId="{F3926A1A-8AA2-4C3D-9131-05E2DFB00781}" srcOrd="0" destOrd="0" presId="urn:microsoft.com/office/officeart/2005/8/layout/orgChart1"/>
    <dgm:cxn modelId="{A87E3022-5B11-4881-B6CF-692778C3DABA}" type="presOf" srcId="{7AB3B0E3-CDDC-4AC6-9F68-563F7C2225FC}" destId="{A67C0A94-FF84-4FC8-883A-480CA6F96175}" srcOrd="1" destOrd="0" presId="urn:microsoft.com/office/officeart/2005/8/layout/orgChart1"/>
    <dgm:cxn modelId="{A49A0A23-C887-455B-8257-6E85693E90F3}" srcId="{2825EB8E-652D-4DEC-BFC4-78BB86272C97}" destId="{81111086-3CB8-465C-9814-B935DB38EBD4}" srcOrd="3" destOrd="0" parTransId="{B61BD92F-CE38-4326-A7F8-C36048E79F98}" sibTransId="{F89582BF-5F37-4E6C-B3DB-7FC8C5539BB9}"/>
    <dgm:cxn modelId="{E3EE2124-2AF6-43D6-8DD9-D80D0539D74C}" type="presOf" srcId="{AFD031ED-6FC4-477F-B3BE-DAC4B24692AF}" destId="{24AE74D7-A331-41B5-85AD-89806245BFE9}" srcOrd="1" destOrd="0" presId="urn:microsoft.com/office/officeart/2005/8/layout/orgChart1"/>
    <dgm:cxn modelId="{0C228624-784F-48E8-AEFE-3B49BB732138}" srcId="{D46DD5C1-9E6F-4070-B5CB-9B61757E2098}" destId="{A70A5C5E-0C18-40C4-BA92-18FC735E10C2}" srcOrd="4" destOrd="0" parTransId="{14DEF2A8-48BC-45BC-A186-8F4AEAA51754}" sibTransId="{345E2EA9-6FA3-4685-86DE-B5558B6D4392}"/>
    <dgm:cxn modelId="{79227A26-2E1A-4760-91A8-8062DD2DB9BC}" srcId="{40011449-5F65-4597-B934-8C70029BF9EE}" destId="{B137C989-7BD0-45DF-9F54-EBB09F8B1BE3}" srcOrd="2" destOrd="0" parTransId="{4D20C44B-15CD-4C90-ACCE-11280AC3E742}" sibTransId="{8B6FECE7-CAFE-4740-B613-955280352A7A}"/>
    <dgm:cxn modelId="{51337627-5D50-4A69-A79F-23A1C86032F9}" type="presOf" srcId="{ED35D030-26C0-402E-AD0A-F7500280D008}" destId="{A40E78DD-1A89-4260-950F-49CB96A1B188}" srcOrd="1" destOrd="0" presId="urn:microsoft.com/office/officeart/2005/8/layout/orgChart1"/>
    <dgm:cxn modelId="{0A254C28-73D5-4EB2-9559-BC7FD20FAE64}" type="presOf" srcId="{36CD2630-9A1D-42C2-826C-CA398C666862}" destId="{D5759BAD-C7CA-44E0-BF0C-EE6BEF42F85D}" srcOrd="0" destOrd="0" presId="urn:microsoft.com/office/officeart/2005/8/layout/orgChart1"/>
    <dgm:cxn modelId="{0766A428-5E41-4E15-B3F9-65DB373647F1}" type="presOf" srcId="{97FF9BAD-965E-4ACC-ACBA-E8E7C0C4E935}" destId="{EDDBFEF4-22E6-4F82-BA4D-E5991A661204}" srcOrd="0" destOrd="0" presId="urn:microsoft.com/office/officeart/2005/8/layout/orgChart1"/>
    <dgm:cxn modelId="{B5DC1129-CE77-4872-A974-77003372DF19}" type="presOf" srcId="{44781519-001B-41BF-8B7A-C8DA4EEDAE2F}" destId="{DF5A2436-CD3D-4D53-8874-3AE090499F76}" srcOrd="0" destOrd="0" presId="urn:microsoft.com/office/officeart/2005/8/layout/orgChart1"/>
    <dgm:cxn modelId="{7BEE202B-E06C-48D7-95B4-32319D21A5C4}" type="presOf" srcId="{284836B8-8016-4382-A7C5-07B7E54BAEDB}" destId="{48F6568E-E512-4F35-91E4-8D197268FF60}" srcOrd="0" destOrd="0" presId="urn:microsoft.com/office/officeart/2005/8/layout/orgChart1"/>
    <dgm:cxn modelId="{EFD0262D-2903-4CBF-9CA2-60437674545E}" type="presOf" srcId="{F38C4D04-B9C6-4039-83DD-91FAFB6D7399}" destId="{F43318FC-1B7E-4AF3-919E-A0213D412497}" srcOrd="0" destOrd="0" presId="urn:microsoft.com/office/officeart/2005/8/layout/orgChart1"/>
    <dgm:cxn modelId="{9BAB642E-EB39-44D1-8B0E-82C3A5E2D0CA}" type="presOf" srcId="{845F0EA6-DD0C-4692-BD47-D255FC1190A2}" destId="{E8780FB4-4AE1-4AF4-8064-4C1D03520E1E}" srcOrd="0" destOrd="0" presId="urn:microsoft.com/office/officeart/2005/8/layout/orgChart1"/>
    <dgm:cxn modelId="{B941F731-8B5A-461D-906D-2D9AEC9BBD62}" type="presOf" srcId="{4D20C44B-15CD-4C90-ACCE-11280AC3E742}" destId="{0455BEA9-F25F-4EBC-996F-9A44573119E6}" srcOrd="0" destOrd="0" presId="urn:microsoft.com/office/officeart/2005/8/layout/orgChart1"/>
    <dgm:cxn modelId="{9366CF3D-823E-435B-A9B5-C82DA703CEFB}" srcId="{40011449-5F65-4597-B934-8C70029BF9EE}" destId="{7AB3B0E3-CDDC-4AC6-9F68-563F7C2225FC}" srcOrd="3" destOrd="0" parTransId="{55B4663C-3C5B-4998-97B8-EE6523877636}" sibTransId="{DA65468E-37E9-4F03-85EF-6563164DC9FD}"/>
    <dgm:cxn modelId="{6DDFE53D-EC67-4220-B3E0-609FD279122E}" type="presOf" srcId="{9A6E8180-22C5-416E-9E2A-785CAEE92CCB}" destId="{B2150A84-4D72-410B-AA7A-7E6EE9C40F3C}" srcOrd="1" destOrd="0" presId="urn:microsoft.com/office/officeart/2005/8/layout/orgChart1"/>
    <dgm:cxn modelId="{DECA5F40-A900-496C-AE56-FD3FD95C7449}" type="presOf" srcId="{B99E8301-6FA3-4962-835C-DAC6FE094DEB}" destId="{58D6F46D-C374-459F-BC83-D592C4927130}" srcOrd="0" destOrd="0" presId="urn:microsoft.com/office/officeart/2005/8/layout/orgChart1"/>
    <dgm:cxn modelId="{0DC3D540-7600-4927-ADAA-1A82FE9CC680}" type="presOf" srcId="{44781519-001B-41BF-8B7A-C8DA4EEDAE2F}" destId="{C36B6E7B-6ACB-422B-9B5A-375AD32EC355}" srcOrd="1" destOrd="0" presId="urn:microsoft.com/office/officeart/2005/8/layout/orgChart1"/>
    <dgm:cxn modelId="{D01D4260-E2BF-48BD-A8B7-A1D380C8F6EE}" type="presOf" srcId="{B137C989-7BD0-45DF-9F54-EBB09F8B1BE3}" destId="{D8AC76FA-6A22-4E95-BBCE-2A655359EAE6}" srcOrd="1" destOrd="0" presId="urn:microsoft.com/office/officeart/2005/8/layout/orgChart1"/>
    <dgm:cxn modelId="{C2822741-3F1F-46D5-9CA0-DD0D80F71D1F}" type="presOf" srcId="{A70A5C5E-0C18-40C4-BA92-18FC735E10C2}" destId="{DA11FFE3-4CE7-4082-A11B-087FDF8E84EC}" srcOrd="0" destOrd="0" presId="urn:microsoft.com/office/officeart/2005/8/layout/orgChart1"/>
    <dgm:cxn modelId="{47D53B62-BF64-4C92-826F-3C0A16353173}" type="presOf" srcId="{2599D30F-BE1F-436A-A51D-69D9ED589277}" destId="{93D08B17-9EC3-4CEC-BDEC-CA841DCA29D5}" srcOrd="0" destOrd="0" presId="urn:microsoft.com/office/officeart/2005/8/layout/orgChart1"/>
    <dgm:cxn modelId="{BBFEE262-24E6-459E-9F1A-FC1014A759B9}" type="presOf" srcId="{AAE86AEB-48B1-4CCC-B0C7-EFB954145AF1}" destId="{60447DF7-C6D9-4BD0-A5B3-37B03DB8C111}" srcOrd="0" destOrd="0" presId="urn:microsoft.com/office/officeart/2005/8/layout/orgChart1"/>
    <dgm:cxn modelId="{BB33D543-2002-455D-A763-83C722E7AD6E}" type="presOf" srcId="{AAE86AEB-48B1-4CCC-B0C7-EFB954145AF1}" destId="{40A7B7D5-781E-4746-A4DC-E5EF95EBEE86}" srcOrd="1" destOrd="0" presId="urn:microsoft.com/office/officeart/2005/8/layout/orgChart1"/>
    <dgm:cxn modelId="{6CE2B644-275F-4F88-BA33-D7AEC9803342}" type="presOf" srcId="{A257F435-2BEC-4D3C-B676-56AD5BA9759C}" destId="{FD27C909-5E34-44A8-B4EB-A6F385FCADDC}" srcOrd="0" destOrd="0" presId="urn:microsoft.com/office/officeart/2005/8/layout/orgChart1"/>
    <dgm:cxn modelId="{BE350445-5D63-44AC-9AB1-629E1DD85818}" type="presOf" srcId="{806CC174-D485-49CF-A524-EB358347A318}" destId="{21C123C7-4E75-4DA6-88A6-56F956AC820C}" srcOrd="0" destOrd="0" presId="urn:microsoft.com/office/officeart/2005/8/layout/orgChart1"/>
    <dgm:cxn modelId="{71969245-6E44-454A-AB83-3E90519F1C80}" srcId="{2825EB8E-652D-4DEC-BFC4-78BB86272C97}" destId="{4924A9E1-5EDF-40DD-8F0C-3C8CA44AB9F2}" srcOrd="1" destOrd="0" parTransId="{70B7C4DA-C627-417A-A54B-279272F4483A}" sibTransId="{2996581C-4E5E-4701-8F44-A80576E84E3E}"/>
    <dgm:cxn modelId="{050E5366-9D27-4BCB-9328-1A277F1EDA15}" srcId="{350D20CC-666A-4090-94D0-14B2EB962A0B}" destId="{CC4A2A5C-3726-49AD-B0FB-3FE81BC9C1D9}" srcOrd="0" destOrd="0" parTransId="{587E0345-24A0-430D-B73A-3E0AA59587A3}" sibTransId="{7DDBA9D0-462F-4D5D-B189-61B4C7E85EFE}"/>
    <dgm:cxn modelId="{62C19166-7615-4434-8A68-FB70CC78E8A4}" type="presOf" srcId="{5C89B664-A57F-46D9-895E-9C0B371607E1}" destId="{6E6B04F3-6CFB-4016-B8E6-3E67074C3ADB}" srcOrd="0" destOrd="0" presId="urn:microsoft.com/office/officeart/2005/8/layout/orgChart1"/>
    <dgm:cxn modelId="{F9468E48-46CD-47A9-9D4C-221D7915FCBB}" type="presOf" srcId="{57A97616-82B3-47CF-8524-8F3945288222}" destId="{DE4BA9AE-8B8D-421E-AD91-9B82C3641CC9}" srcOrd="0" destOrd="0" presId="urn:microsoft.com/office/officeart/2005/8/layout/orgChart1"/>
    <dgm:cxn modelId="{A28BD349-09A3-4E91-B0EE-1D3DA7F7415C}" srcId="{2825EB8E-652D-4DEC-BFC4-78BB86272C97}" destId="{F881F10B-6D55-4AFB-9F38-E85FB80D2AEC}" srcOrd="0" destOrd="0" parTransId="{F3422998-4A70-4AE7-BD71-957279736BFC}" sibTransId="{C6886E70-7C7C-4628-A34C-4C3CD4AF68D8}"/>
    <dgm:cxn modelId="{D3E23E6A-8C28-4B94-829C-9D3AB2832BDB}" type="presOf" srcId="{81111086-3CB8-465C-9814-B935DB38EBD4}" destId="{956EC0BC-EF90-480D-941E-6F537B28B7DA}" srcOrd="1" destOrd="0" presId="urn:microsoft.com/office/officeart/2005/8/layout/orgChart1"/>
    <dgm:cxn modelId="{C6484B6A-BB9D-4D69-8084-EAEE85444F38}" type="presOf" srcId="{C1FDE879-A3C1-4E53-9DC5-3615E34BD193}" destId="{C305C44B-238E-4743-A7B3-591000B0A159}" srcOrd="0" destOrd="0" presId="urn:microsoft.com/office/officeart/2005/8/layout/orgChart1"/>
    <dgm:cxn modelId="{910FA66A-4D98-4C21-AFE1-09E9FEC02029}" type="presOf" srcId="{0D21747A-CB2D-46D1-A80B-F41A4955F89B}" destId="{CBA6A856-2864-4466-9F7C-5658C188AF28}" srcOrd="1" destOrd="0" presId="urn:microsoft.com/office/officeart/2005/8/layout/orgChart1"/>
    <dgm:cxn modelId="{C72EBC6A-C349-4302-959D-B84082F89510}" type="presOf" srcId="{8D6CD2E1-21DD-440D-8E90-1E9B70FD1813}" destId="{7588EAA6-79F7-4516-B47E-E6A938E30727}" srcOrd="0" destOrd="0" presId="urn:microsoft.com/office/officeart/2005/8/layout/orgChart1"/>
    <dgm:cxn modelId="{6C07B46B-0340-4535-BA32-18DEA7A9AE31}" srcId="{D46DD5C1-9E6F-4070-B5CB-9B61757E2098}" destId="{57A97616-82B3-47CF-8524-8F3945288222}" srcOrd="2" destOrd="0" parTransId="{568AEBA7-34F7-46D4-98AF-C97708103E07}" sibTransId="{A51B1820-8DBE-48D2-BB4F-FED3F55682A0}"/>
    <dgm:cxn modelId="{FC385E6C-EFB3-4A95-8A9D-46C6F5B2F210}" type="presOf" srcId="{B3812819-C7A5-4766-8537-CB56010A8F98}" destId="{5512D051-79A5-4D71-8413-F385A677E1FE}" srcOrd="0" destOrd="0" presId="urn:microsoft.com/office/officeart/2005/8/layout/orgChart1"/>
    <dgm:cxn modelId="{DFC0096D-7F18-445F-986D-72ECD2F284A9}" type="presOf" srcId="{D0E778BA-E6FD-4650-B876-7E13511F4878}" destId="{CA8FA8E8-9241-42FF-975D-E7BACEE2B51E}" srcOrd="0" destOrd="0" presId="urn:microsoft.com/office/officeart/2005/8/layout/orgChart1"/>
    <dgm:cxn modelId="{EB1CDA4D-557A-403A-8BA5-72897B5F77F1}" srcId="{96FE6D76-DDE5-41EF-B2FE-2C19FAAA9045}" destId="{C6F231AF-7D3E-40CE-9152-7C447C67EB1C}" srcOrd="2" destOrd="0" parTransId="{806CC174-D485-49CF-A524-EB358347A318}" sibTransId="{4B9BED8D-4EAD-4D68-9A2F-883B3E6A834D}"/>
    <dgm:cxn modelId="{4A51774E-A782-492F-8919-081DF7D08844}" type="presOf" srcId="{D46DD5C1-9E6F-4070-B5CB-9B61757E2098}" destId="{9387FFA6-7458-4B4B-AF14-615145E472EC}" srcOrd="0" destOrd="0" presId="urn:microsoft.com/office/officeart/2005/8/layout/orgChart1"/>
    <dgm:cxn modelId="{8BA7B96F-CC35-4E37-8BE8-E406F4FB3E60}" type="presOf" srcId="{1D5DFCDB-F6AC-46D0-9B50-3BF23AC9AB93}" destId="{154B1B0F-6E30-42EF-8640-781EF6047348}" srcOrd="1" destOrd="0" presId="urn:microsoft.com/office/officeart/2005/8/layout/orgChart1"/>
    <dgm:cxn modelId="{E5340F51-1241-47D8-885E-51589EF9EA65}" srcId="{96FE6D76-DDE5-41EF-B2FE-2C19FAAA9045}" destId="{2599D30F-BE1F-436A-A51D-69D9ED589277}" srcOrd="0" destOrd="0" parTransId="{C7756CF6-217A-4426-B8D7-D7CB4EC24F23}" sibTransId="{4201F0AF-992D-48BF-A6B2-D0BCA7C64D28}"/>
    <dgm:cxn modelId="{B5C76C71-16E7-492B-A889-ADAC8777707E}" type="presOf" srcId="{14DEF2A8-48BC-45BC-A186-8F4AEAA51754}" destId="{931AB961-71EB-4065-A928-B38CD022D112}" srcOrd="0" destOrd="0" presId="urn:microsoft.com/office/officeart/2005/8/layout/orgChart1"/>
    <dgm:cxn modelId="{B49B8B72-82DB-4B79-92D6-470A929685B4}" srcId="{350D20CC-666A-4090-94D0-14B2EB962A0B}" destId="{49448424-1642-469E-A52C-E7FA609C7EC4}" srcOrd="3" destOrd="0" parTransId="{A257F435-2BEC-4D3C-B676-56AD5BA9759C}" sibTransId="{7B5F62FC-F21B-435B-B62C-FABF100DCD09}"/>
    <dgm:cxn modelId="{75F7C752-481F-46A3-A91E-EFA0ED04EE48}" type="presOf" srcId="{B254880C-B31C-4599-8FB3-F5C2C7F5C11C}" destId="{E3C6248F-3268-4A48-96C9-3D99B359AD04}" srcOrd="1" destOrd="0" presId="urn:microsoft.com/office/officeart/2005/8/layout/orgChart1"/>
    <dgm:cxn modelId="{0349DD74-543D-41D1-9009-6725D37555FF}" type="presOf" srcId="{33F04FF6-E80A-4C73-B9A4-569C724ECC92}" destId="{B6FD61D7-3D3D-45F5-8581-0061B3C55816}" srcOrd="1" destOrd="0" presId="urn:microsoft.com/office/officeart/2005/8/layout/orgChart1"/>
    <dgm:cxn modelId="{D8B8F955-68E5-41E1-A1CC-303656A8BBC0}" type="presOf" srcId="{75FE6C27-DE67-4931-B915-CF0E73FFCDA8}" destId="{FADFA239-5BFC-4382-9F5D-29B399C4EE57}" srcOrd="0" destOrd="0" presId="urn:microsoft.com/office/officeart/2005/8/layout/orgChart1"/>
    <dgm:cxn modelId="{CBF26857-6A4E-4AD5-B9E7-8AF79C0FC362}" type="presOf" srcId="{2825EB8E-652D-4DEC-BFC4-78BB86272C97}" destId="{FE8DEAB4-3EA8-4618-89C4-2EA4C35B97B2}" srcOrd="1" destOrd="0" presId="urn:microsoft.com/office/officeart/2005/8/layout/orgChart1"/>
    <dgm:cxn modelId="{F67E7D59-20A4-440D-8932-3F853CE7EA7F}" type="presOf" srcId="{C6F231AF-7D3E-40CE-9152-7C447C67EB1C}" destId="{ED0ABCE3-190D-4ED0-A3D7-81D086217464}" srcOrd="0" destOrd="0" presId="urn:microsoft.com/office/officeart/2005/8/layout/orgChart1"/>
    <dgm:cxn modelId="{39D1FC59-89FC-462A-B59B-1B19E6963153}" type="presOf" srcId="{7AB3B0E3-CDDC-4AC6-9F68-563F7C2225FC}" destId="{5B6644C3-3877-4FEA-A474-3CC4E58F6343}" srcOrd="0" destOrd="0" presId="urn:microsoft.com/office/officeart/2005/8/layout/orgChart1"/>
    <dgm:cxn modelId="{7DBE585A-816C-4764-9E5F-044692149A05}" type="presOf" srcId="{96FE6D76-DDE5-41EF-B2FE-2C19FAAA9045}" destId="{5984412B-D234-42C4-86B7-19AB9FAE6EAB}" srcOrd="1" destOrd="0" presId="urn:microsoft.com/office/officeart/2005/8/layout/orgChart1"/>
    <dgm:cxn modelId="{CFD69C7C-CEF4-4274-B55E-9FC462A287C4}" srcId="{8C0F8DEB-74A1-4559-A4AE-3931147B7B93}" destId="{0D21747A-CB2D-46D1-A80B-F41A4955F89B}" srcOrd="2" destOrd="0" parTransId="{5BD816CF-1C06-4B9F-98A2-C0FCA564DC28}" sibTransId="{CF4698A0-D9B8-4817-B242-71985D13F5EE}"/>
    <dgm:cxn modelId="{44E5927D-C9C3-48E2-A9CA-9C6246333933}" srcId="{D0E778BA-E6FD-4650-B876-7E13511F4878}" destId="{96FE6D76-DDE5-41EF-B2FE-2C19FAAA9045}" srcOrd="0" destOrd="0" parTransId="{BE3230A2-EC50-4589-AA69-1F81FAE28DF9}" sibTransId="{07EC2774-5181-4F6A-AD75-EF89E77979E2}"/>
    <dgm:cxn modelId="{D2E8AB7D-D78C-48A0-8F28-30520AE2B5D9}" type="presOf" srcId="{F881F10B-6D55-4AFB-9F38-E85FB80D2AEC}" destId="{50F272D4-B1BF-4F2B-B494-0014EC41B982}" srcOrd="0" destOrd="0" presId="urn:microsoft.com/office/officeart/2005/8/layout/orgChart1"/>
    <dgm:cxn modelId="{A85F957F-3A55-41B6-BFF6-23609F60FFC2}" type="presOf" srcId="{350D20CC-666A-4090-94D0-14B2EB962A0B}" destId="{7EE797CA-7D7F-4796-9C37-2D06E26625E8}" srcOrd="0" destOrd="0" presId="urn:microsoft.com/office/officeart/2005/8/layout/orgChart1"/>
    <dgm:cxn modelId="{0D198982-FECE-462A-AE13-0B2971684256}" type="presOf" srcId="{BD9A5557-27E0-4273-9822-D68D8F93194E}" destId="{C82FA431-4360-4507-BC43-A0DCEA21F5BF}" srcOrd="0" destOrd="0" presId="urn:microsoft.com/office/officeart/2005/8/layout/orgChart1"/>
    <dgm:cxn modelId="{1921A582-6737-4B27-8746-2752D476F0AB}" srcId="{96FE6D76-DDE5-41EF-B2FE-2C19FAAA9045}" destId="{2825EB8E-652D-4DEC-BFC4-78BB86272C97}" srcOrd="5" destOrd="0" parTransId="{36CD2630-9A1D-42C2-826C-CA398C666862}" sibTransId="{06D39DFF-42C9-42E6-BFE3-3FA108348670}"/>
    <dgm:cxn modelId="{43E4B783-71B4-4504-8804-57C808E69ED8}" type="presOf" srcId="{587E0345-24A0-430D-B73A-3E0AA59587A3}" destId="{A4ECCE7D-B0D8-424C-9927-B866CD0E0D2D}" srcOrd="0" destOrd="0" presId="urn:microsoft.com/office/officeart/2005/8/layout/orgChart1"/>
    <dgm:cxn modelId="{5CBEA286-4641-4911-9AB1-5BF250A37A26}" srcId="{96FE6D76-DDE5-41EF-B2FE-2C19FAAA9045}" destId="{350D20CC-666A-4090-94D0-14B2EB962A0B}" srcOrd="6" destOrd="0" parTransId="{3691785C-8B3A-4D29-AE8D-81D9FDD4049B}" sibTransId="{CDB69985-24EF-43B7-83D7-C29A182D7D05}"/>
    <dgm:cxn modelId="{D0B83687-AA25-4019-B794-64E4C4F96E20}" srcId="{40011449-5F65-4597-B934-8C70029BF9EE}" destId="{D29D9BC9-43F6-4116-969C-2F4801E41A5B}" srcOrd="1" destOrd="0" parTransId="{228C05B7-229F-4DF2-B4DA-8B991F61AD29}" sibTransId="{8824235C-D76C-4374-AAF8-B62EC7ADA6A6}"/>
    <dgm:cxn modelId="{8610988A-F754-4853-9048-BEA4831DBE1E}" type="presOf" srcId="{96FE6D76-DDE5-41EF-B2FE-2C19FAAA9045}" destId="{B685965B-5B54-4A0D-B6B1-63AA7C33897C}" srcOrd="0" destOrd="0" presId="urn:microsoft.com/office/officeart/2005/8/layout/orgChart1"/>
    <dgm:cxn modelId="{DAC7218B-0FC9-4DCE-A2E9-487761AEE7F5}" type="presOf" srcId="{ED35D030-26C0-402E-AD0A-F7500280D008}" destId="{6003AD72-741E-4D11-8E2B-01572CE94E8B}" srcOrd="0" destOrd="0" presId="urn:microsoft.com/office/officeart/2005/8/layout/orgChart1"/>
    <dgm:cxn modelId="{9508978B-8F4E-43A7-98A7-423002E3E631}" type="presOf" srcId="{0D21747A-CB2D-46D1-A80B-F41A4955F89B}" destId="{74425907-AD0D-44F5-8152-23555C1550A2}" srcOrd="0" destOrd="0" presId="urn:microsoft.com/office/officeart/2005/8/layout/orgChart1"/>
    <dgm:cxn modelId="{04FB278C-D439-4EA2-B20C-A9D96EF77C82}" srcId="{8C0F8DEB-74A1-4559-A4AE-3931147B7B93}" destId="{ED35D030-26C0-402E-AD0A-F7500280D008}" srcOrd="1" destOrd="0" parTransId="{B3812819-C7A5-4766-8537-CB56010A8F98}" sibTransId="{D2208B8B-D42F-44B0-B576-22CD41101C8F}"/>
    <dgm:cxn modelId="{2DAD688D-59CB-4DCC-A688-6CD0F49C381A}" type="presOf" srcId="{D29D9BC9-43F6-4116-969C-2F4801E41A5B}" destId="{5CCA807E-2B90-455A-A994-1C2F1A6CA92C}" srcOrd="0" destOrd="0" presId="urn:microsoft.com/office/officeart/2005/8/layout/orgChart1"/>
    <dgm:cxn modelId="{23435C90-E83C-42A2-B676-0E7DF9656EF7}" type="presOf" srcId="{1BC1D1AE-5620-4B11-907E-D40964857971}" destId="{25F8D6DF-D3E0-4DB2-963B-71919B8181B9}" srcOrd="1" destOrd="0" presId="urn:microsoft.com/office/officeart/2005/8/layout/orgChart1"/>
    <dgm:cxn modelId="{7EF96590-10EB-4232-844B-AE4B98E2D537}" type="presOf" srcId="{D29D9BC9-43F6-4116-969C-2F4801E41A5B}" destId="{A90BE6E2-E8E0-4DB2-805F-178D4D7B78E9}" srcOrd="1" destOrd="0" presId="urn:microsoft.com/office/officeart/2005/8/layout/orgChart1"/>
    <dgm:cxn modelId="{299B8991-5A79-4767-9007-6E8EECF69ACD}" type="presOf" srcId="{70B7C4DA-C627-417A-A54B-279272F4483A}" destId="{C81C427E-9B6B-40DE-B4B7-F00F36475F48}" srcOrd="0" destOrd="0" presId="urn:microsoft.com/office/officeart/2005/8/layout/orgChart1"/>
    <dgm:cxn modelId="{2A4BD792-2353-4746-B388-9327D02EEDB2}" type="presOf" srcId="{B137C989-7BD0-45DF-9F54-EBB09F8B1BE3}" destId="{1FE62DEA-6CA8-443F-87C8-5DB8F35B2DA1}" srcOrd="0" destOrd="0" presId="urn:microsoft.com/office/officeart/2005/8/layout/orgChart1"/>
    <dgm:cxn modelId="{FE79D393-4506-4797-95D0-150ABCFCD641}" srcId="{2599D30F-BE1F-436A-A51D-69D9ED589277}" destId="{DEDF4023-4AE4-4431-8129-780DB707DF2A}" srcOrd="0" destOrd="0" parTransId="{18DE7A42-0D81-4B15-B15E-682076DC388E}" sibTransId="{579F5D0F-50B8-40C0-8F44-8957C7937596}"/>
    <dgm:cxn modelId="{23683B96-EC8F-4591-9C77-061BB58DEDC5}" srcId="{40011449-5F65-4597-B934-8C70029BF9EE}" destId="{AAE86AEB-48B1-4CCC-B0C7-EFB954145AF1}" srcOrd="4" destOrd="0" parTransId="{0868C733-6650-4422-9AC7-7F7ADC39D7EC}" sibTransId="{A3AAE903-7DBC-46A4-A967-859BFBBECEE1}"/>
    <dgm:cxn modelId="{DD956496-E96E-478F-BC96-90F6CA28CF57}" srcId="{C6F231AF-7D3E-40CE-9152-7C447C67EB1C}" destId="{BBD5FB4A-F2FB-4CAF-AD35-7076F887AFCC}" srcOrd="2" destOrd="0" parTransId="{284836B8-8016-4382-A7C5-07B7E54BAEDB}" sibTransId="{4933CF69-18E1-4380-BCC9-CAE1B136D51D}"/>
    <dgm:cxn modelId="{945D1597-B78D-4E89-BF23-E2D7C124B1D8}" type="presOf" srcId="{568AEBA7-34F7-46D4-98AF-C97708103E07}" destId="{614F5D46-94AC-4C68-85FF-5589EFEBF8DC}" srcOrd="0" destOrd="0" presId="urn:microsoft.com/office/officeart/2005/8/layout/orgChart1"/>
    <dgm:cxn modelId="{F2842B99-74B3-4EC6-89E5-189381A8AD1B}" type="presOf" srcId="{508A3628-2A71-475E-A26F-734167778669}" destId="{EA16559D-73FF-4220-B9E9-28BB97708AC4}" srcOrd="0" destOrd="0" presId="urn:microsoft.com/office/officeart/2005/8/layout/orgChart1"/>
    <dgm:cxn modelId="{B2C7599B-3BF0-4D3E-8F8A-D2D65ADDE5CF}" type="presOf" srcId="{40011449-5F65-4597-B934-8C70029BF9EE}" destId="{2220C86E-DF85-4483-BB87-0A72FA33583B}" srcOrd="0" destOrd="0" presId="urn:microsoft.com/office/officeart/2005/8/layout/orgChart1"/>
    <dgm:cxn modelId="{CB64F69B-6B6C-458F-BFDB-AACBEC3EEC67}" type="presOf" srcId="{AFD031ED-6FC4-477F-B3BE-DAC4B24692AF}" destId="{43E505AE-6EEC-4293-BDAA-AF1BA859F15B}" srcOrd="0" destOrd="0" presId="urn:microsoft.com/office/officeart/2005/8/layout/orgChart1"/>
    <dgm:cxn modelId="{683EDB9D-66A1-4133-BE4E-39BAD88B12D6}" srcId="{C6F231AF-7D3E-40CE-9152-7C447C67EB1C}" destId="{B254880C-B31C-4599-8FB3-F5C2C7F5C11C}" srcOrd="3" destOrd="0" parTransId="{F38C4D04-B9C6-4039-83DD-91FAFB6D7399}" sibTransId="{F5CB398F-7E9B-4804-B349-B16753C35F67}"/>
    <dgm:cxn modelId="{BAF72DA8-C398-41D2-A016-7F883C158947}" type="presOf" srcId="{F2C0925C-DEFF-4530-A4BF-F0B03A56E797}" destId="{27008039-49AE-4BC0-B0FB-48AEE27EFF78}" srcOrd="1" destOrd="0" presId="urn:microsoft.com/office/officeart/2005/8/layout/orgChart1"/>
    <dgm:cxn modelId="{D95E00AD-187E-4543-AD7B-5F22EF655DE5}" type="presOf" srcId="{3691785C-8B3A-4D29-AE8D-81D9FDD4049B}" destId="{65D06EAC-60BA-418E-BE54-44C821605919}" srcOrd="0" destOrd="0" presId="urn:microsoft.com/office/officeart/2005/8/layout/orgChart1"/>
    <dgm:cxn modelId="{750BCCAF-70DF-433E-8829-388F5B939B38}" type="presOf" srcId="{BA14A53F-D476-417A-A9BD-45409191095B}" destId="{B5A79863-890B-4008-B409-2FFBB97F4859}" srcOrd="0" destOrd="0" presId="urn:microsoft.com/office/officeart/2005/8/layout/orgChart1"/>
    <dgm:cxn modelId="{EEE82FB0-D590-4781-A465-775F0887C683}" srcId="{350D20CC-666A-4090-94D0-14B2EB962A0B}" destId="{44781519-001B-41BF-8B7A-C8DA4EEDAE2F}" srcOrd="2" destOrd="0" parTransId="{508A3628-2A71-475E-A26F-734167778669}" sibTransId="{00F9541F-F96E-497A-909A-8AAE59CEF518}"/>
    <dgm:cxn modelId="{5A5A85B0-A209-4901-A96B-0FB0E9DC67E9}" type="presOf" srcId="{5BD816CF-1C06-4B9F-98A2-C0FCA564DC28}" destId="{4985A9A3-0E57-42F4-B594-B99ED9BA44E6}" srcOrd="0" destOrd="0" presId="urn:microsoft.com/office/officeart/2005/8/layout/orgChart1"/>
    <dgm:cxn modelId="{4BDFDDB0-12F3-4E43-8970-FEC1C1B59172}" type="presOf" srcId="{BA14A53F-D476-417A-A9BD-45409191095B}" destId="{391233EA-1FEA-46BE-8A22-25D08ECC6A33}" srcOrd="1" destOrd="0" presId="urn:microsoft.com/office/officeart/2005/8/layout/orgChart1"/>
    <dgm:cxn modelId="{793395B3-D53A-40B2-BBB7-B7A801A5DB03}" type="presOf" srcId="{D46DD5C1-9E6F-4070-B5CB-9B61757E2098}" destId="{1DFAEA45-C8BB-440C-BBE8-8F5D3BFA69D6}" srcOrd="1" destOrd="0" presId="urn:microsoft.com/office/officeart/2005/8/layout/orgChart1"/>
    <dgm:cxn modelId="{9CA5C2B3-8DAC-419D-8A92-D8EEEC2C1662}" type="presOf" srcId="{884D2FE6-BB53-4185-BB90-8FD47D98794D}" destId="{4A04C559-346B-4AF4-A3C2-3FB0B282E0B4}" srcOrd="0" destOrd="0" presId="urn:microsoft.com/office/officeart/2005/8/layout/orgChart1"/>
    <dgm:cxn modelId="{E154E0B3-131E-456B-8213-08919D8AE78F}" type="presOf" srcId="{77B0477C-007D-4738-85C6-10769D3C4FC8}" destId="{5BD57C59-6699-47D2-94AF-FA8E82000BD8}" srcOrd="1" destOrd="0" presId="urn:microsoft.com/office/officeart/2005/8/layout/orgChart1"/>
    <dgm:cxn modelId="{2A4C27B5-227D-48B8-ABD3-71DF32B1C44D}" type="presOf" srcId="{67CBE858-2DC7-47FA-ADA8-4FA35C1E6BB2}" destId="{CE0E780F-6B4F-4613-B3C0-6C6C8635DF47}" srcOrd="0" destOrd="0" presId="urn:microsoft.com/office/officeart/2005/8/layout/orgChart1"/>
    <dgm:cxn modelId="{94C7AEB6-328E-4982-A122-26A9BD9CF52F}" type="presOf" srcId="{BBD5FB4A-F2FB-4CAF-AD35-7076F887AFCC}" destId="{9DEEF3CC-E369-424F-A32F-093949B226B4}" srcOrd="0" destOrd="0" presId="urn:microsoft.com/office/officeart/2005/8/layout/orgChart1"/>
    <dgm:cxn modelId="{BA70FDB8-CE9A-4DA0-9D70-7E05569DFA40}" type="presOf" srcId="{DEDF4023-4AE4-4431-8129-780DB707DF2A}" destId="{D0D44369-3E01-4992-ACB0-B8451F988ABF}" srcOrd="0" destOrd="0" presId="urn:microsoft.com/office/officeart/2005/8/layout/orgChart1"/>
    <dgm:cxn modelId="{D57F48BA-4057-4B86-9F75-3A715697D442}" srcId="{2825EB8E-652D-4DEC-BFC4-78BB86272C97}" destId="{9A6E8180-22C5-416E-9E2A-785CAEE92CCB}" srcOrd="2" destOrd="0" parTransId="{97FF9BAD-965E-4ACC-ACBA-E8E7C0C4E935}" sibTransId="{F7A82D9B-5D4B-42A3-9191-16B3419689CF}"/>
    <dgm:cxn modelId="{01BA4CBC-5B12-43B2-9334-BEC24807F54A}" type="presOf" srcId="{D668B6E1-1CA2-4BC2-8A8B-D8A7BEB411EC}" destId="{73937FA2-0679-4AE0-81BC-3449DA464CF3}" srcOrd="0" destOrd="0" presId="urn:microsoft.com/office/officeart/2005/8/layout/orgChart1"/>
    <dgm:cxn modelId="{0A795DBE-D119-47C3-8E01-F1298D2DB930}" srcId="{8C0F8DEB-74A1-4559-A4AE-3931147B7B93}" destId="{1BC1D1AE-5620-4B11-907E-D40964857971}" srcOrd="3" destOrd="0" parTransId="{1FC80C41-5077-4476-909C-04AE85E3D60F}" sibTransId="{1348BC30-3853-41E3-B1FF-DCA245F96418}"/>
    <dgm:cxn modelId="{68B39ABE-3D24-4211-AA25-E622825FC3D0}" type="presOf" srcId="{2599D30F-BE1F-436A-A51D-69D9ED589277}" destId="{C28134A1-CA13-4F0A-B822-4177771C3EF5}" srcOrd="1" destOrd="0" presId="urn:microsoft.com/office/officeart/2005/8/layout/orgChart1"/>
    <dgm:cxn modelId="{E21780BF-706A-414A-A948-88CFDD21520F}" srcId="{2599D30F-BE1F-436A-A51D-69D9ED589277}" destId="{F2C0925C-DEFF-4530-A4BF-F0B03A56E797}" srcOrd="2" destOrd="0" parTransId="{C1FDE879-A3C1-4E53-9DC5-3615E34BD193}" sibTransId="{7C0AA8C5-9E6C-4348-9A49-D7FDBC027CE1}"/>
    <dgm:cxn modelId="{2103B3C0-12F4-458E-832B-323ECA7A2EDE}" type="presOf" srcId="{3C167513-DA2D-4142-A95A-F511BB9C66A4}" destId="{8FD2A3DD-AB13-43EE-AA5C-D7C268F62648}" srcOrd="1" destOrd="0" presId="urn:microsoft.com/office/officeart/2005/8/layout/orgChart1"/>
    <dgm:cxn modelId="{93D081C4-22FA-4BF7-B0B2-78B05D15DD0C}" type="presOf" srcId="{71433295-E221-4BD2-BF6E-E150B57DBB45}" destId="{1CD32B78-FAD9-4D3B-80B5-FDA3E62093DF}" srcOrd="0" destOrd="0" presId="urn:microsoft.com/office/officeart/2005/8/layout/orgChart1"/>
    <dgm:cxn modelId="{EF86B3C7-8DB6-4A48-95B2-2A53950FB1C2}" type="presOf" srcId="{F2C0925C-DEFF-4530-A4BF-F0B03A56E797}" destId="{3AD61960-21F9-4683-A8EC-C17BECC48C8D}" srcOrd="0" destOrd="0" presId="urn:microsoft.com/office/officeart/2005/8/layout/orgChart1"/>
    <dgm:cxn modelId="{94F33DCA-F9D3-4248-9091-D595988CC14B}" type="presOf" srcId="{F99B7853-62BD-4B6B-96FB-58847004EF12}" destId="{A98FE7B7-C738-4334-A7CA-77D8C8F81615}" srcOrd="0" destOrd="0" presId="urn:microsoft.com/office/officeart/2005/8/layout/orgChart1"/>
    <dgm:cxn modelId="{2C836BCB-596F-4606-88E9-159CC12C9298}" type="presOf" srcId="{B254880C-B31C-4599-8FB3-F5C2C7F5C11C}" destId="{42D4DCAA-6E0B-49C8-8CBB-1A66B05AEA24}" srcOrd="0" destOrd="0" presId="urn:microsoft.com/office/officeart/2005/8/layout/orgChart1"/>
    <dgm:cxn modelId="{5C33D2CB-ABDF-4E85-BA77-F5ECD29571DD}" type="presOf" srcId="{C7756CF6-217A-4426-B8D7-D7CB4EC24F23}" destId="{3E831815-828E-4168-9D07-04D927AE7E2A}" srcOrd="0" destOrd="0" presId="urn:microsoft.com/office/officeart/2005/8/layout/orgChart1"/>
    <dgm:cxn modelId="{D89011CD-0467-4F25-9436-11C2A4A5C1AF}" srcId="{D46DD5C1-9E6F-4070-B5CB-9B61757E2098}" destId="{33F04FF6-E80A-4C73-B9A4-569C724ECC92}" srcOrd="3" destOrd="0" parTransId="{BD9A5557-27E0-4273-9822-D68D8F93194E}" sibTransId="{374E6423-C90F-469A-A0FB-79D0696660D0}"/>
    <dgm:cxn modelId="{4AE35CD5-184A-4E7F-8304-70459649716F}" type="presOf" srcId="{3C167513-DA2D-4142-A95A-F511BB9C66A4}" destId="{A4C75E77-D2B5-4651-BFE2-71FB97DCFCA1}" srcOrd="0" destOrd="0" presId="urn:microsoft.com/office/officeart/2005/8/layout/orgChart1"/>
    <dgm:cxn modelId="{A12FCAD6-315C-485F-81F6-3F7E399F929C}" type="presOf" srcId="{77B0477C-007D-4738-85C6-10769D3C4FC8}" destId="{5B8CB0C6-713D-47FC-B1C3-D89956044F61}" srcOrd="0" destOrd="0" presId="urn:microsoft.com/office/officeart/2005/8/layout/orgChart1"/>
    <dgm:cxn modelId="{6ED4BED7-ED97-4906-BDC0-0E527A8EB5E0}" type="presOf" srcId="{B61BD92F-CE38-4326-A7F8-C36048E79F98}" destId="{B51F585F-46E7-4A59-9701-E9304484D8E3}" srcOrd="0" destOrd="0" presId="urn:microsoft.com/office/officeart/2005/8/layout/orgChart1"/>
    <dgm:cxn modelId="{EB51C5D9-3025-46E6-8AC2-8D37FFA1BA16}" type="presOf" srcId="{1BC1D1AE-5620-4B11-907E-D40964857971}" destId="{990BDBD4-3EA2-43BE-A730-5519E4EF94AB}" srcOrd="0" destOrd="0" presId="urn:microsoft.com/office/officeart/2005/8/layout/orgChart1"/>
    <dgm:cxn modelId="{9F33D8D9-9B9F-4951-B7EF-1C3B5EA27D1D}" type="presOf" srcId="{18DE7A42-0D81-4B15-B15E-682076DC388E}" destId="{5F14EAB4-42B4-4493-93C4-D7C0FCF233B8}" srcOrd="0" destOrd="0" presId="urn:microsoft.com/office/officeart/2005/8/layout/orgChart1"/>
    <dgm:cxn modelId="{53CC4EDB-BE9A-4D1F-A71C-A6C76CFFEDCF}" type="presOf" srcId="{228C05B7-229F-4DF2-B4DA-8B991F61AD29}" destId="{730E7243-2C2C-4041-B866-3D636B121706}" srcOrd="0" destOrd="0" presId="urn:microsoft.com/office/officeart/2005/8/layout/orgChart1"/>
    <dgm:cxn modelId="{EF6AE9DC-92D4-4AC6-81F4-24C5E7111577}" srcId="{96FE6D76-DDE5-41EF-B2FE-2C19FAAA9045}" destId="{40011449-5F65-4597-B934-8C70029BF9EE}" srcOrd="1" destOrd="0" parTransId="{8D6CD2E1-21DD-440D-8E90-1E9B70FD1813}" sibTransId="{F7A8BC0A-570E-496C-A8D6-01A68453B75E}"/>
    <dgm:cxn modelId="{ED7441DF-A810-4C3A-A476-8C124DA444B0}" type="presOf" srcId="{A70A5C5E-0C18-40C4-BA92-18FC735E10C2}" destId="{9F9E26B0-8B26-4266-B992-5BE48B272BBB}" srcOrd="1" destOrd="0" presId="urn:microsoft.com/office/officeart/2005/8/layout/orgChart1"/>
    <dgm:cxn modelId="{339C19E0-BACE-42EF-8030-3A5B2E7CAC9F}" type="presOf" srcId="{40011449-5F65-4597-B934-8C70029BF9EE}" destId="{73B7BA0E-047F-4F02-8548-A26D57AD1279}" srcOrd="1" destOrd="0" presId="urn:microsoft.com/office/officeart/2005/8/layout/orgChart1"/>
    <dgm:cxn modelId="{084EB5E2-3E06-4426-8340-EE1F007504A9}" srcId="{D46DD5C1-9E6F-4070-B5CB-9B61757E2098}" destId="{884D2FE6-BB53-4185-BB90-8FD47D98794D}" srcOrd="0" destOrd="0" parTransId="{0600C4CA-876C-411F-8E2D-2C34B9673C51}" sibTransId="{611D34E1-7428-4EC6-91BE-BE413CC922D1}"/>
    <dgm:cxn modelId="{AA1E34E4-757B-4999-82F8-235F4EA696BD}" type="presOf" srcId="{DA94AAA7-FF46-41A0-944B-9883AAE2D08A}" destId="{398755E5-9B5E-40DF-ABFD-E5393371618B}" srcOrd="1" destOrd="0" presId="urn:microsoft.com/office/officeart/2005/8/layout/orgChart1"/>
    <dgm:cxn modelId="{1676B4E4-22FE-45A4-AF7A-85D781F5214B}" type="presOf" srcId="{55B4663C-3C5B-4998-97B8-EE6523877636}" destId="{8674F237-67E7-448A-83D2-B45E4386B3B3}" srcOrd="0" destOrd="0" presId="urn:microsoft.com/office/officeart/2005/8/layout/orgChart1"/>
    <dgm:cxn modelId="{CB36FDE9-FF33-4531-B029-9266E5506DA5}" srcId="{40011449-5F65-4597-B934-8C70029BF9EE}" destId="{1D5DFCDB-F6AC-46D0-9B50-3BF23AC9AB93}" srcOrd="0" destOrd="0" parTransId="{8537EEB1-7613-475A-9828-5E432D38DBE0}" sibTransId="{C680531B-1F35-4B77-B03E-44581A75F090}"/>
    <dgm:cxn modelId="{0CE2BBEA-DE76-44BB-93B2-F06BAE230BBD}" srcId="{350D20CC-666A-4090-94D0-14B2EB962A0B}" destId="{238E8EB3-30CD-4C02-ADF7-E203427E4956}" srcOrd="1" destOrd="0" parTransId="{5C89B664-A57F-46D9-895E-9C0B371607E1}" sibTransId="{FE5F71C7-BD65-4422-B0C5-45D6843BCB18}"/>
    <dgm:cxn modelId="{B028D7EE-4B2D-4A81-BDBC-EC65788E01F2}" type="presOf" srcId="{B7ACE813-218F-4B79-9A44-A49B58EE4ABE}" destId="{4D473A5E-1D9E-4E8B-B7AB-B5F84EBCEDC7}" srcOrd="1" destOrd="0" presId="urn:microsoft.com/office/officeart/2005/8/layout/orgChart1"/>
    <dgm:cxn modelId="{F238EFEE-355C-4980-8932-2E6DE9D6E239}" type="presOf" srcId="{F3422998-4A70-4AE7-BD71-957279736BFC}" destId="{3DA782D1-09C4-4B26-AA89-461D61CC6822}" srcOrd="0" destOrd="0" presId="urn:microsoft.com/office/officeart/2005/8/layout/orgChart1"/>
    <dgm:cxn modelId="{6DEAF6EE-6CDE-43D8-AC51-ECEBB452BD92}" type="presOf" srcId="{C6F231AF-7D3E-40CE-9152-7C447C67EB1C}" destId="{CF12D3C7-4D35-48AD-B3BE-D3F47C6D0559}" srcOrd="1" destOrd="0" presId="urn:microsoft.com/office/officeart/2005/8/layout/orgChart1"/>
    <dgm:cxn modelId="{0C9C6BEF-D502-45DA-8A69-0B5A951226BD}" type="presOf" srcId="{CC4A2A5C-3726-49AD-B0FB-3FE81BC9C1D9}" destId="{6F63EAB6-8112-436F-8E17-2D6ECFA37536}" srcOrd="1" destOrd="0" presId="urn:microsoft.com/office/officeart/2005/8/layout/orgChart1"/>
    <dgm:cxn modelId="{8BEF71F2-768C-43BB-9FC5-1BE5B4CBDE14}" type="presOf" srcId="{57A97616-82B3-47CF-8524-8F3945288222}" destId="{9DEBE19E-A529-440D-8236-CB6F413637EB}" srcOrd="1" destOrd="0" presId="urn:microsoft.com/office/officeart/2005/8/layout/orgChart1"/>
    <dgm:cxn modelId="{28987DF3-0BBA-4F6C-9CEB-EC67E00CD47B}" type="presOf" srcId="{0868C733-6650-4422-9AC7-7F7ADC39D7EC}" destId="{EBA11B18-CF41-4718-88D4-0E74159904EF}" srcOrd="0" destOrd="0" presId="urn:microsoft.com/office/officeart/2005/8/layout/orgChart1"/>
    <dgm:cxn modelId="{9BC947F7-DAD1-45EA-8544-42D1E1A1D899}" srcId="{C6F231AF-7D3E-40CE-9152-7C447C67EB1C}" destId="{AFD031ED-6FC4-477F-B3BE-DAC4B24692AF}" srcOrd="0" destOrd="0" parTransId="{75FE6C27-DE67-4931-B915-CF0E73FFCDA8}" sibTransId="{179635ED-7A83-4032-8DAD-8A8159C09543}"/>
    <dgm:cxn modelId="{1DF357F7-447D-4C21-A5B3-4C58E2A6C96E}" srcId="{96FE6D76-DDE5-41EF-B2FE-2C19FAAA9045}" destId="{D46DD5C1-9E6F-4070-B5CB-9B61757E2098}" srcOrd="3" destOrd="0" parTransId="{F99B7853-62BD-4B6B-96FB-58847004EF12}" sibTransId="{2409331C-DCD7-4E1E-9443-1C38FCE8FF9D}"/>
    <dgm:cxn modelId="{39581EF8-68FC-44A4-92B4-39FF9B3C02F2}" type="presOf" srcId="{1D5DFCDB-F6AC-46D0-9B50-3BF23AC9AB93}" destId="{BFFA31DB-32CB-48B4-8A6D-3B8A7AE1C0A0}" srcOrd="0" destOrd="0" presId="urn:microsoft.com/office/officeart/2005/8/layout/orgChart1"/>
    <dgm:cxn modelId="{DE4B7CF8-DC2C-46B4-9272-0E46A64598A5}" type="presOf" srcId="{49448424-1642-469E-A52C-E7FA609C7EC4}" destId="{64CF32D6-C3BF-4E8A-9726-B935D4A53CB7}" srcOrd="0" destOrd="0" presId="urn:microsoft.com/office/officeart/2005/8/layout/orgChart1"/>
    <dgm:cxn modelId="{10232AF9-458D-4F19-B79E-A28E420B3ABE}" srcId="{D46DD5C1-9E6F-4070-B5CB-9B61757E2098}" destId="{DA94AAA7-FF46-41A0-944B-9883AAE2D08A}" srcOrd="1" destOrd="0" parTransId="{B99E8301-6FA3-4962-835C-DAC6FE094DEB}" sibTransId="{2B23B498-7F5A-4F94-9DF7-877A24A64674}"/>
    <dgm:cxn modelId="{9A65A3F9-D4A6-4341-9E01-6660A69FE214}" srcId="{40011449-5F65-4597-B934-8C70029BF9EE}" destId="{77B0477C-007D-4738-85C6-10769D3C4FC8}" srcOrd="5" destOrd="0" parTransId="{9E4F6855-B75F-4938-9BFC-265898E64383}" sibTransId="{4694C4A0-25D7-4EC5-9507-89FBF1D6C750}"/>
    <dgm:cxn modelId="{F9E45FFA-2B05-4AA4-8403-6A70E81CD742}" type="presOf" srcId="{33F04FF6-E80A-4C73-B9A4-569C724ECC92}" destId="{E82056C8-0606-453C-9597-D5E4CEC9540D}" srcOrd="0" destOrd="0" presId="urn:microsoft.com/office/officeart/2005/8/layout/orgChart1"/>
    <dgm:cxn modelId="{4A3ED8FB-6C13-45AC-9EFC-91C975D43F3C}" type="presOf" srcId="{238E8EB3-30CD-4C02-ADF7-E203427E4956}" destId="{DF66910F-7EE5-4315-9C30-1C96C25D2176}" srcOrd="1" destOrd="0" presId="urn:microsoft.com/office/officeart/2005/8/layout/orgChart1"/>
    <dgm:cxn modelId="{37EF37FD-E9DB-45D9-9A51-6E7A4475D5ED}" type="presOf" srcId="{CC4A2A5C-3726-49AD-B0FB-3FE81BC9C1D9}" destId="{D98D8A76-58C7-446E-82A9-2A24DA721B4A}" srcOrd="0" destOrd="0" presId="urn:microsoft.com/office/officeart/2005/8/layout/orgChart1"/>
    <dgm:cxn modelId="{17CF08FE-B52E-4E4C-B4B2-99F83C1DE046}" srcId="{96FE6D76-DDE5-41EF-B2FE-2C19FAAA9045}" destId="{8C0F8DEB-74A1-4559-A4AE-3931147B7B93}" srcOrd="4" destOrd="0" parTransId="{D668B6E1-1CA2-4BC2-8A8B-D8A7BEB411EC}" sibTransId="{C9C2AD89-8E41-4CD5-912C-92402DA8EC83}"/>
    <dgm:cxn modelId="{7F31A164-6CA5-4850-88A0-2C9D2434E09C}" type="presParOf" srcId="{CA8FA8E8-9241-42FF-975D-E7BACEE2B51E}" destId="{BD9F78AD-9DF9-45A2-A8E5-A718AA4F1FD5}" srcOrd="0" destOrd="0" presId="urn:microsoft.com/office/officeart/2005/8/layout/orgChart1"/>
    <dgm:cxn modelId="{84210234-A981-411E-BE4F-2CAAA3908768}" type="presParOf" srcId="{BD9F78AD-9DF9-45A2-A8E5-A718AA4F1FD5}" destId="{F0174E61-5235-4814-81C0-4B7AE985C6A8}" srcOrd="0" destOrd="0" presId="urn:microsoft.com/office/officeart/2005/8/layout/orgChart1"/>
    <dgm:cxn modelId="{41C9C074-5F2B-47B8-87BB-92712C3BC070}" type="presParOf" srcId="{F0174E61-5235-4814-81C0-4B7AE985C6A8}" destId="{B685965B-5B54-4A0D-B6B1-63AA7C33897C}" srcOrd="0" destOrd="0" presId="urn:microsoft.com/office/officeart/2005/8/layout/orgChart1"/>
    <dgm:cxn modelId="{82977799-4C03-4BDC-A9AE-5F8ECD0C48B9}" type="presParOf" srcId="{F0174E61-5235-4814-81C0-4B7AE985C6A8}" destId="{5984412B-D234-42C4-86B7-19AB9FAE6EAB}" srcOrd="1" destOrd="0" presId="urn:microsoft.com/office/officeart/2005/8/layout/orgChart1"/>
    <dgm:cxn modelId="{B703EDB7-D836-4384-8CD1-C5A14DD7C0E8}" type="presParOf" srcId="{BD9F78AD-9DF9-45A2-A8E5-A718AA4F1FD5}" destId="{7FCB3568-B2C3-4920-873F-315BF8FCA7CA}" srcOrd="1" destOrd="0" presId="urn:microsoft.com/office/officeart/2005/8/layout/orgChart1"/>
    <dgm:cxn modelId="{AC779038-97F9-45E9-BDDF-98DA84C19E49}" type="presParOf" srcId="{7FCB3568-B2C3-4920-873F-315BF8FCA7CA}" destId="{3E831815-828E-4168-9D07-04D927AE7E2A}" srcOrd="0" destOrd="0" presId="urn:microsoft.com/office/officeart/2005/8/layout/orgChart1"/>
    <dgm:cxn modelId="{D12E38AB-064A-4D7E-8E6E-6411BA683F34}" type="presParOf" srcId="{7FCB3568-B2C3-4920-873F-315BF8FCA7CA}" destId="{7806B4D3-6895-4272-99D6-44F498BBCA80}" srcOrd="1" destOrd="0" presId="urn:microsoft.com/office/officeart/2005/8/layout/orgChart1"/>
    <dgm:cxn modelId="{E0ABED7F-6275-449C-BD6D-62D753D3FDDD}" type="presParOf" srcId="{7806B4D3-6895-4272-99D6-44F498BBCA80}" destId="{293FDB87-AAFD-4EE3-8198-14D070A2E411}" srcOrd="0" destOrd="0" presId="urn:microsoft.com/office/officeart/2005/8/layout/orgChart1"/>
    <dgm:cxn modelId="{DE942C76-91DF-4DF2-95BD-EF5614260CEB}" type="presParOf" srcId="{293FDB87-AAFD-4EE3-8198-14D070A2E411}" destId="{93D08B17-9EC3-4CEC-BDEC-CA841DCA29D5}" srcOrd="0" destOrd="0" presId="urn:microsoft.com/office/officeart/2005/8/layout/orgChart1"/>
    <dgm:cxn modelId="{87FACA34-804C-45FC-8E26-0371367BF970}" type="presParOf" srcId="{293FDB87-AAFD-4EE3-8198-14D070A2E411}" destId="{C28134A1-CA13-4F0A-B822-4177771C3EF5}" srcOrd="1" destOrd="0" presId="urn:microsoft.com/office/officeart/2005/8/layout/orgChart1"/>
    <dgm:cxn modelId="{ABD00E37-D62B-4883-A706-F8A3118E389C}" type="presParOf" srcId="{7806B4D3-6895-4272-99D6-44F498BBCA80}" destId="{17D0F233-B720-480D-9A89-2F9E3A346B64}" srcOrd="1" destOrd="0" presId="urn:microsoft.com/office/officeart/2005/8/layout/orgChart1"/>
    <dgm:cxn modelId="{85BACE84-116C-4F47-81CA-36AB19CE705A}" type="presParOf" srcId="{17D0F233-B720-480D-9A89-2F9E3A346B64}" destId="{5F14EAB4-42B4-4493-93C4-D7C0FCF233B8}" srcOrd="0" destOrd="0" presId="urn:microsoft.com/office/officeart/2005/8/layout/orgChart1"/>
    <dgm:cxn modelId="{01CA4721-B205-4FF9-BC1E-CB1B35A41CEF}" type="presParOf" srcId="{17D0F233-B720-480D-9A89-2F9E3A346B64}" destId="{A95C76B3-C982-4F63-AB87-43DCFE60DB93}" srcOrd="1" destOrd="0" presId="urn:microsoft.com/office/officeart/2005/8/layout/orgChart1"/>
    <dgm:cxn modelId="{9034FBE3-CC5B-4ABD-B06D-23E3E64C4B22}" type="presParOf" srcId="{A95C76B3-C982-4F63-AB87-43DCFE60DB93}" destId="{A00AFC23-467A-4042-920E-E42B28010932}" srcOrd="0" destOrd="0" presId="urn:microsoft.com/office/officeart/2005/8/layout/orgChart1"/>
    <dgm:cxn modelId="{6A30CA1A-C027-420C-A386-EB6AC0FEBFCE}" type="presParOf" srcId="{A00AFC23-467A-4042-920E-E42B28010932}" destId="{D0D44369-3E01-4992-ACB0-B8451F988ABF}" srcOrd="0" destOrd="0" presId="urn:microsoft.com/office/officeart/2005/8/layout/orgChart1"/>
    <dgm:cxn modelId="{C5FD6C69-50EB-4399-9D1B-E137AB7EFC2D}" type="presParOf" srcId="{A00AFC23-467A-4042-920E-E42B28010932}" destId="{653924AC-5EA7-40E0-911E-70934CF4280A}" srcOrd="1" destOrd="0" presId="urn:microsoft.com/office/officeart/2005/8/layout/orgChart1"/>
    <dgm:cxn modelId="{EB30C57F-6E41-42BC-A1CE-E501E66B1167}" type="presParOf" srcId="{A95C76B3-C982-4F63-AB87-43DCFE60DB93}" destId="{6BFACC87-1C8B-41CE-87A3-4A7E57A65D7D}" srcOrd="1" destOrd="0" presId="urn:microsoft.com/office/officeart/2005/8/layout/orgChart1"/>
    <dgm:cxn modelId="{CE0E77B5-6003-4859-A41E-86287327B45D}" type="presParOf" srcId="{A95C76B3-C982-4F63-AB87-43DCFE60DB93}" destId="{7EA13713-8B41-4E5F-B237-B88C4CBEF366}" srcOrd="2" destOrd="0" presId="urn:microsoft.com/office/officeart/2005/8/layout/orgChart1"/>
    <dgm:cxn modelId="{D86CA11A-80F0-4DF5-AE18-2D3F25E4169B}" type="presParOf" srcId="{17D0F233-B720-480D-9A89-2F9E3A346B64}" destId="{CE0E780F-6B4F-4613-B3C0-6C6C8635DF47}" srcOrd="2" destOrd="0" presId="urn:microsoft.com/office/officeart/2005/8/layout/orgChart1"/>
    <dgm:cxn modelId="{94F21610-7C68-40F5-948F-B222D0C890BF}" type="presParOf" srcId="{17D0F233-B720-480D-9A89-2F9E3A346B64}" destId="{9DF8E67B-B13A-4DA4-AC5F-47CD98C23CC1}" srcOrd="3" destOrd="0" presId="urn:microsoft.com/office/officeart/2005/8/layout/orgChart1"/>
    <dgm:cxn modelId="{578C4963-C36F-44BF-BA8A-F59968744FAB}" type="presParOf" srcId="{9DF8E67B-B13A-4DA4-AC5F-47CD98C23CC1}" destId="{2C0060C0-378C-4739-8ED7-05F290F452C0}" srcOrd="0" destOrd="0" presId="urn:microsoft.com/office/officeart/2005/8/layout/orgChart1"/>
    <dgm:cxn modelId="{26321EBB-6200-4166-B114-B2E5D4293A48}" type="presParOf" srcId="{2C0060C0-378C-4739-8ED7-05F290F452C0}" destId="{B5A79863-890B-4008-B409-2FFBB97F4859}" srcOrd="0" destOrd="0" presId="urn:microsoft.com/office/officeart/2005/8/layout/orgChart1"/>
    <dgm:cxn modelId="{015F56CE-85DB-40B1-BEF5-95B8F2807563}" type="presParOf" srcId="{2C0060C0-378C-4739-8ED7-05F290F452C0}" destId="{391233EA-1FEA-46BE-8A22-25D08ECC6A33}" srcOrd="1" destOrd="0" presId="urn:microsoft.com/office/officeart/2005/8/layout/orgChart1"/>
    <dgm:cxn modelId="{89436F31-44CC-4EC6-84BC-ED4D5DA7AEEC}" type="presParOf" srcId="{9DF8E67B-B13A-4DA4-AC5F-47CD98C23CC1}" destId="{B905AD54-D186-4F17-9198-B95A197B8F2B}" srcOrd="1" destOrd="0" presId="urn:microsoft.com/office/officeart/2005/8/layout/orgChart1"/>
    <dgm:cxn modelId="{5A074B22-2BDD-43E7-9127-BDFF8618E74F}" type="presParOf" srcId="{9DF8E67B-B13A-4DA4-AC5F-47CD98C23CC1}" destId="{4B5D2A1B-84EA-4D15-8666-3889E5949EAB}" srcOrd="2" destOrd="0" presId="urn:microsoft.com/office/officeart/2005/8/layout/orgChart1"/>
    <dgm:cxn modelId="{A523312A-1906-46C6-93C9-5C79EADE0670}" type="presParOf" srcId="{17D0F233-B720-480D-9A89-2F9E3A346B64}" destId="{C305C44B-238E-4743-A7B3-591000B0A159}" srcOrd="4" destOrd="0" presId="urn:microsoft.com/office/officeart/2005/8/layout/orgChart1"/>
    <dgm:cxn modelId="{9F57DBFD-12B0-49FB-820F-D0A7355E6277}" type="presParOf" srcId="{17D0F233-B720-480D-9A89-2F9E3A346B64}" destId="{A67DA822-93E8-42D4-83A9-E182EFD4F176}" srcOrd="5" destOrd="0" presId="urn:microsoft.com/office/officeart/2005/8/layout/orgChart1"/>
    <dgm:cxn modelId="{C72FF6B9-E5A5-4217-BD92-9B0A7C1C901A}" type="presParOf" srcId="{A67DA822-93E8-42D4-83A9-E182EFD4F176}" destId="{00F74007-4F02-46A5-9803-AC20C936D1BA}" srcOrd="0" destOrd="0" presId="urn:microsoft.com/office/officeart/2005/8/layout/orgChart1"/>
    <dgm:cxn modelId="{4FDF8DCD-836A-42E4-A313-19D40DF106D9}" type="presParOf" srcId="{00F74007-4F02-46A5-9803-AC20C936D1BA}" destId="{3AD61960-21F9-4683-A8EC-C17BECC48C8D}" srcOrd="0" destOrd="0" presId="urn:microsoft.com/office/officeart/2005/8/layout/orgChart1"/>
    <dgm:cxn modelId="{A05B32C5-66D2-4C9C-9BAA-6E07C57ECEF1}" type="presParOf" srcId="{00F74007-4F02-46A5-9803-AC20C936D1BA}" destId="{27008039-49AE-4BC0-B0FB-48AEE27EFF78}" srcOrd="1" destOrd="0" presId="urn:microsoft.com/office/officeart/2005/8/layout/orgChart1"/>
    <dgm:cxn modelId="{62177452-E56D-4036-80E1-92D56D1D8FD3}" type="presParOf" srcId="{A67DA822-93E8-42D4-83A9-E182EFD4F176}" destId="{791CF801-6896-4134-8B48-81FB5656CDBD}" srcOrd="1" destOrd="0" presId="urn:microsoft.com/office/officeart/2005/8/layout/orgChart1"/>
    <dgm:cxn modelId="{D93BBE53-4585-49FA-8681-EDAC5E7AAF04}" type="presParOf" srcId="{A67DA822-93E8-42D4-83A9-E182EFD4F176}" destId="{73446DF9-16FC-458E-9101-C54334D8E492}" srcOrd="2" destOrd="0" presId="urn:microsoft.com/office/officeart/2005/8/layout/orgChart1"/>
    <dgm:cxn modelId="{14C5D00C-D9C2-4D82-9EB2-0F6894E8FE69}" type="presParOf" srcId="{7806B4D3-6895-4272-99D6-44F498BBCA80}" destId="{BD96EA64-FDDF-4CDA-A1A6-42B6B4D34E1B}" srcOrd="2" destOrd="0" presId="urn:microsoft.com/office/officeart/2005/8/layout/orgChart1"/>
    <dgm:cxn modelId="{AFD220CB-3F4A-4971-9355-C648061F75A2}" type="presParOf" srcId="{7FCB3568-B2C3-4920-873F-315BF8FCA7CA}" destId="{7588EAA6-79F7-4516-B47E-E6A938E30727}" srcOrd="2" destOrd="0" presId="urn:microsoft.com/office/officeart/2005/8/layout/orgChart1"/>
    <dgm:cxn modelId="{2081A1CB-95E4-4580-A2AB-4E8352FCA8B0}" type="presParOf" srcId="{7FCB3568-B2C3-4920-873F-315BF8FCA7CA}" destId="{521B9FC4-12DA-472A-85A0-3F63746FFEE1}" srcOrd="3" destOrd="0" presId="urn:microsoft.com/office/officeart/2005/8/layout/orgChart1"/>
    <dgm:cxn modelId="{A35256C6-A35E-4826-9CAA-7E6F6844174E}" type="presParOf" srcId="{521B9FC4-12DA-472A-85A0-3F63746FFEE1}" destId="{2F0B2209-53CE-4F12-9B38-D9DC71F2B573}" srcOrd="0" destOrd="0" presId="urn:microsoft.com/office/officeart/2005/8/layout/orgChart1"/>
    <dgm:cxn modelId="{BF88B4CF-68A5-4C8D-B7B8-9CBCB07ACE03}" type="presParOf" srcId="{2F0B2209-53CE-4F12-9B38-D9DC71F2B573}" destId="{2220C86E-DF85-4483-BB87-0A72FA33583B}" srcOrd="0" destOrd="0" presId="urn:microsoft.com/office/officeart/2005/8/layout/orgChart1"/>
    <dgm:cxn modelId="{FB086BEE-3D71-4A50-AD7B-9CBEA2357FEE}" type="presParOf" srcId="{2F0B2209-53CE-4F12-9B38-D9DC71F2B573}" destId="{73B7BA0E-047F-4F02-8548-A26D57AD1279}" srcOrd="1" destOrd="0" presId="urn:microsoft.com/office/officeart/2005/8/layout/orgChart1"/>
    <dgm:cxn modelId="{36948875-7D6A-4C11-A93F-7D8E4BEA194E}" type="presParOf" srcId="{521B9FC4-12DA-472A-85A0-3F63746FFEE1}" destId="{5438F3A9-620B-412E-84A0-5FF6B5C064B7}" srcOrd="1" destOrd="0" presId="urn:microsoft.com/office/officeart/2005/8/layout/orgChart1"/>
    <dgm:cxn modelId="{D2F1FAFA-B100-451E-A66F-49ADB65BC547}" type="presParOf" srcId="{5438F3A9-620B-412E-84A0-5FF6B5C064B7}" destId="{5B1278C1-A541-4824-A27D-800AFA903EE8}" srcOrd="0" destOrd="0" presId="urn:microsoft.com/office/officeart/2005/8/layout/orgChart1"/>
    <dgm:cxn modelId="{DF0D5F71-B352-413B-AEC7-B68835F082D0}" type="presParOf" srcId="{5438F3A9-620B-412E-84A0-5FF6B5C064B7}" destId="{904591D5-6119-4CFF-8C31-6115E5EF3CCB}" srcOrd="1" destOrd="0" presId="urn:microsoft.com/office/officeart/2005/8/layout/orgChart1"/>
    <dgm:cxn modelId="{53BC1FED-CCBB-417A-8B74-D43E938D4378}" type="presParOf" srcId="{904591D5-6119-4CFF-8C31-6115E5EF3CCB}" destId="{AA9CF606-CABF-4364-B961-C45C3C621ECC}" srcOrd="0" destOrd="0" presId="urn:microsoft.com/office/officeart/2005/8/layout/orgChart1"/>
    <dgm:cxn modelId="{27C3DF6B-D8D4-49AF-BC09-1AF742676969}" type="presParOf" srcId="{AA9CF606-CABF-4364-B961-C45C3C621ECC}" destId="{BFFA31DB-32CB-48B4-8A6D-3B8A7AE1C0A0}" srcOrd="0" destOrd="0" presId="urn:microsoft.com/office/officeart/2005/8/layout/orgChart1"/>
    <dgm:cxn modelId="{E727D522-4A6F-4A7B-8E31-B0703ADF7936}" type="presParOf" srcId="{AA9CF606-CABF-4364-B961-C45C3C621ECC}" destId="{154B1B0F-6E30-42EF-8640-781EF6047348}" srcOrd="1" destOrd="0" presId="urn:microsoft.com/office/officeart/2005/8/layout/orgChart1"/>
    <dgm:cxn modelId="{F4E7F287-C20E-4209-9A7B-9BF21BB90CEC}" type="presParOf" srcId="{904591D5-6119-4CFF-8C31-6115E5EF3CCB}" destId="{34D806FE-3327-4D8E-BAA1-F5F61477B4CC}" srcOrd="1" destOrd="0" presId="urn:microsoft.com/office/officeart/2005/8/layout/orgChart1"/>
    <dgm:cxn modelId="{BEF69804-45AD-4C91-A7CE-D8EA23970CDD}" type="presParOf" srcId="{904591D5-6119-4CFF-8C31-6115E5EF3CCB}" destId="{F1A7B39B-5870-40C0-8D28-391883291AE0}" srcOrd="2" destOrd="0" presId="urn:microsoft.com/office/officeart/2005/8/layout/orgChart1"/>
    <dgm:cxn modelId="{C33E7B57-820B-4755-A65E-EF2DEB3C7C99}" type="presParOf" srcId="{5438F3A9-620B-412E-84A0-5FF6B5C064B7}" destId="{730E7243-2C2C-4041-B866-3D636B121706}" srcOrd="2" destOrd="0" presId="urn:microsoft.com/office/officeart/2005/8/layout/orgChart1"/>
    <dgm:cxn modelId="{801B6A20-E7F2-475F-A535-F9524CC9284D}" type="presParOf" srcId="{5438F3A9-620B-412E-84A0-5FF6B5C064B7}" destId="{6AFB3240-08AE-43C2-8E72-01600FCD6015}" srcOrd="3" destOrd="0" presId="urn:microsoft.com/office/officeart/2005/8/layout/orgChart1"/>
    <dgm:cxn modelId="{005235B0-FAFF-4F7E-9C88-82E42EA7C0E9}" type="presParOf" srcId="{6AFB3240-08AE-43C2-8E72-01600FCD6015}" destId="{6A312BEB-A7D8-4CB8-AB33-125B47D02437}" srcOrd="0" destOrd="0" presId="urn:microsoft.com/office/officeart/2005/8/layout/orgChart1"/>
    <dgm:cxn modelId="{4184EAA0-ADCF-4F0A-A131-CDAB99E6622E}" type="presParOf" srcId="{6A312BEB-A7D8-4CB8-AB33-125B47D02437}" destId="{5CCA807E-2B90-455A-A994-1C2F1A6CA92C}" srcOrd="0" destOrd="0" presId="urn:microsoft.com/office/officeart/2005/8/layout/orgChart1"/>
    <dgm:cxn modelId="{2DD1B345-2F05-4941-AB66-3DD5A01CC767}" type="presParOf" srcId="{6A312BEB-A7D8-4CB8-AB33-125B47D02437}" destId="{A90BE6E2-E8E0-4DB2-805F-178D4D7B78E9}" srcOrd="1" destOrd="0" presId="urn:microsoft.com/office/officeart/2005/8/layout/orgChart1"/>
    <dgm:cxn modelId="{E01865B3-417A-4D37-B878-CD23F0CC02FC}" type="presParOf" srcId="{6AFB3240-08AE-43C2-8E72-01600FCD6015}" destId="{16B34970-A0AF-4974-98EC-05EAD66D9DC7}" srcOrd="1" destOrd="0" presId="urn:microsoft.com/office/officeart/2005/8/layout/orgChart1"/>
    <dgm:cxn modelId="{39211365-1E48-403B-AB6E-7A9EB4467386}" type="presParOf" srcId="{6AFB3240-08AE-43C2-8E72-01600FCD6015}" destId="{0E4B0D06-55FA-4037-8B6A-A9D346F09F72}" srcOrd="2" destOrd="0" presId="urn:microsoft.com/office/officeart/2005/8/layout/orgChart1"/>
    <dgm:cxn modelId="{D2DC7E0B-3C64-4E76-8F23-F748DF8D718D}" type="presParOf" srcId="{5438F3A9-620B-412E-84A0-5FF6B5C064B7}" destId="{0455BEA9-F25F-4EBC-996F-9A44573119E6}" srcOrd="4" destOrd="0" presId="urn:microsoft.com/office/officeart/2005/8/layout/orgChart1"/>
    <dgm:cxn modelId="{17EAA09E-A3E4-4FC7-99C2-6E78CE6CA46A}" type="presParOf" srcId="{5438F3A9-620B-412E-84A0-5FF6B5C064B7}" destId="{ADD6A86C-2CC1-42D4-AB79-412D57C611AF}" srcOrd="5" destOrd="0" presId="urn:microsoft.com/office/officeart/2005/8/layout/orgChart1"/>
    <dgm:cxn modelId="{0FA0F680-C897-48F1-9805-857FA9292F9B}" type="presParOf" srcId="{ADD6A86C-2CC1-42D4-AB79-412D57C611AF}" destId="{2C1697DE-EAD0-4D91-B10A-FB47BA2AE171}" srcOrd="0" destOrd="0" presId="urn:microsoft.com/office/officeart/2005/8/layout/orgChart1"/>
    <dgm:cxn modelId="{6EC49725-BA4E-4560-AA1F-20839DEFBD60}" type="presParOf" srcId="{2C1697DE-EAD0-4D91-B10A-FB47BA2AE171}" destId="{1FE62DEA-6CA8-443F-87C8-5DB8F35B2DA1}" srcOrd="0" destOrd="0" presId="urn:microsoft.com/office/officeart/2005/8/layout/orgChart1"/>
    <dgm:cxn modelId="{B79C44D0-671E-478B-A39D-C9B21C136C88}" type="presParOf" srcId="{2C1697DE-EAD0-4D91-B10A-FB47BA2AE171}" destId="{D8AC76FA-6A22-4E95-BBCE-2A655359EAE6}" srcOrd="1" destOrd="0" presId="urn:microsoft.com/office/officeart/2005/8/layout/orgChart1"/>
    <dgm:cxn modelId="{CA7BDF90-A44C-4DF9-9261-05B4E8113711}" type="presParOf" srcId="{ADD6A86C-2CC1-42D4-AB79-412D57C611AF}" destId="{8043E226-0B02-4E27-BA81-4726B6B51588}" srcOrd="1" destOrd="0" presId="urn:microsoft.com/office/officeart/2005/8/layout/orgChart1"/>
    <dgm:cxn modelId="{4CD2066E-B021-4746-9B7D-4ED40A3652FC}" type="presParOf" srcId="{ADD6A86C-2CC1-42D4-AB79-412D57C611AF}" destId="{2B00D04B-D059-4061-B08C-9C0BA0B887D4}" srcOrd="2" destOrd="0" presId="urn:microsoft.com/office/officeart/2005/8/layout/orgChart1"/>
    <dgm:cxn modelId="{D21BE401-75EC-4B85-AB7F-AD32788582F6}" type="presParOf" srcId="{5438F3A9-620B-412E-84A0-5FF6B5C064B7}" destId="{8674F237-67E7-448A-83D2-B45E4386B3B3}" srcOrd="6" destOrd="0" presId="urn:microsoft.com/office/officeart/2005/8/layout/orgChart1"/>
    <dgm:cxn modelId="{38EA0BA7-7A28-4598-B25B-BC7A49384F4C}" type="presParOf" srcId="{5438F3A9-620B-412E-84A0-5FF6B5C064B7}" destId="{2EB39391-757D-48C4-8F6C-2635150ACB6E}" srcOrd="7" destOrd="0" presId="urn:microsoft.com/office/officeart/2005/8/layout/orgChart1"/>
    <dgm:cxn modelId="{15CB4F5F-6752-4709-BA24-B5A503A480A9}" type="presParOf" srcId="{2EB39391-757D-48C4-8F6C-2635150ACB6E}" destId="{0E3008A2-E596-4CC2-B0FC-44B5045E5758}" srcOrd="0" destOrd="0" presId="urn:microsoft.com/office/officeart/2005/8/layout/orgChart1"/>
    <dgm:cxn modelId="{5BD9E43F-E660-47B4-89C4-C534907A3B5A}" type="presParOf" srcId="{0E3008A2-E596-4CC2-B0FC-44B5045E5758}" destId="{5B6644C3-3877-4FEA-A474-3CC4E58F6343}" srcOrd="0" destOrd="0" presId="urn:microsoft.com/office/officeart/2005/8/layout/orgChart1"/>
    <dgm:cxn modelId="{E013BA87-B1AC-43F9-8637-970B82F9E1EC}" type="presParOf" srcId="{0E3008A2-E596-4CC2-B0FC-44B5045E5758}" destId="{A67C0A94-FF84-4FC8-883A-480CA6F96175}" srcOrd="1" destOrd="0" presId="urn:microsoft.com/office/officeart/2005/8/layout/orgChart1"/>
    <dgm:cxn modelId="{D5EE9638-4441-437E-AA81-998D8852BA78}" type="presParOf" srcId="{2EB39391-757D-48C4-8F6C-2635150ACB6E}" destId="{5B7E1573-97AD-4361-9BFE-F52C8E45054D}" srcOrd="1" destOrd="0" presId="urn:microsoft.com/office/officeart/2005/8/layout/orgChart1"/>
    <dgm:cxn modelId="{FCC03299-C497-49FE-896E-8C46336BD6B9}" type="presParOf" srcId="{2EB39391-757D-48C4-8F6C-2635150ACB6E}" destId="{E3C45BB1-4703-41C2-9FA7-8C7C0817D796}" srcOrd="2" destOrd="0" presId="urn:microsoft.com/office/officeart/2005/8/layout/orgChart1"/>
    <dgm:cxn modelId="{37D441F1-525F-4E09-AA5E-9EF80991041C}" type="presParOf" srcId="{5438F3A9-620B-412E-84A0-5FF6B5C064B7}" destId="{EBA11B18-CF41-4718-88D4-0E74159904EF}" srcOrd="8" destOrd="0" presId="urn:microsoft.com/office/officeart/2005/8/layout/orgChart1"/>
    <dgm:cxn modelId="{D800D4B6-C917-46AF-BA8E-392D02525ED9}" type="presParOf" srcId="{5438F3A9-620B-412E-84A0-5FF6B5C064B7}" destId="{5C2BDDA6-F4AD-462E-895B-561D7D4ABEE8}" srcOrd="9" destOrd="0" presId="urn:microsoft.com/office/officeart/2005/8/layout/orgChart1"/>
    <dgm:cxn modelId="{B5EEDC93-0618-4DD1-BE88-F12BC68DC29C}" type="presParOf" srcId="{5C2BDDA6-F4AD-462E-895B-561D7D4ABEE8}" destId="{A8E8AEB5-E5BD-4EF8-ABC6-0E6C89762536}" srcOrd="0" destOrd="0" presId="urn:microsoft.com/office/officeart/2005/8/layout/orgChart1"/>
    <dgm:cxn modelId="{0192CFD2-4A53-4A65-98E7-044995B4DBE1}" type="presParOf" srcId="{A8E8AEB5-E5BD-4EF8-ABC6-0E6C89762536}" destId="{60447DF7-C6D9-4BD0-A5B3-37B03DB8C111}" srcOrd="0" destOrd="0" presId="urn:microsoft.com/office/officeart/2005/8/layout/orgChart1"/>
    <dgm:cxn modelId="{CD0DCD93-9AD0-4306-8051-6EA4F762D7F5}" type="presParOf" srcId="{A8E8AEB5-E5BD-4EF8-ABC6-0E6C89762536}" destId="{40A7B7D5-781E-4746-A4DC-E5EF95EBEE86}" srcOrd="1" destOrd="0" presId="urn:microsoft.com/office/officeart/2005/8/layout/orgChart1"/>
    <dgm:cxn modelId="{B5C2AF18-B4F9-4101-96C2-CF17D1A30280}" type="presParOf" srcId="{5C2BDDA6-F4AD-462E-895B-561D7D4ABEE8}" destId="{6ED18FE6-3892-4584-87B6-67A377D7274B}" srcOrd="1" destOrd="0" presId="urn:microsoft.com/office/officeart/2005/8/layout/orgChart1"/>
    <dgm:cxn modelId="{44844ABF-8F5C-4F64-999C-48ED3A1D6202}" type="presParOf" srcId="{5C2BDDA6-F4AD-462E-895B-561D7D4ABEE8}" destId="{A7C22033-EE01-4385-AC22-BC0982DFBC34}" srcOrd="2" destOrd="0" presId="urn:microsoft.com/office/officeart/2005/8/layout/orgChart1"/>
    <dgm:cxn modelId="{A4D23291-9E6D-4707-87A7-AEBD34DD74B7}" type="presParOf" srcId="{5438F3A9-620B-412E-84A0-5FF6B5C064B7}" destId="{8A59D3A5-89A6-485D-ADAB-D7EE7382C11B}" srcOrd="10" destOrd="0" presId="urn:microsoft.com/office/officeart/2005/8/layout/orgChart1"/>
    <dgm:cxn modelId="{B66CEDEB-14C7-46AC-B48D-C62E1B348D5B}" type="presParOf" srcId="{5438F3A9-620B-412E-84A0-5FF6B5C064B7}" destId="{84FDB7AD-5FC1-4051-99F6-766A065AE846}" srcOrd="11" destOrd="0" presId="urn:microsoft.com/office/officeart/2005/8/layout/orgChart1"/>
    <dgm:cxn modelId="{74C85AC4-475E-42C4-854F-6100BE393CED}" type="presParOf" srcId="{84FDB7AD-5FC1-4051-99F6-766A065AE846}" destId="{CE3A0C9B-92CD-4788-9909-17593C302269}" srcOrd="0" destOrd="0" presId="urn:microsoft.com/office/officeart/2005/8/layout/orgChart1"/>
    <dgm:cxn modelId="{1684F833-2753-44F3-A654-02D08EC3BFE4}" type="presParOf" srcId="{CE3A0C9B-92CD-4788-9909-17593C302269}" destId="{5B8CB0C6-713D-47FC-B1C3-D89956044F61}" srcOrd="0" destOrd="0" presId="urn:microsoft.com/office/officeart/2005/8/layout/orgChart1"/>
    <dgm:cxn modelId="{8620E129-ADF9-4572-BCBD-75D1F82B2BD5}" type="presParOf" srcId="{CE3A0C9B-92CD-4788-9909-17593C302269}" destId="{5BD57C59-6699-47D2-94AF-FA8E82000BD8}" srcOrd="1" destOrd="0" presId="urn:microsoft.com/office/officeart/2005/8/layout/orgChart1"/>
    <dgm:cxn modelId="{7B8F47F4-F8E6-405F-BDF7-8BA3DEAA99BF}" type="presParOf" srcId="{84FDB7AD-5FC1-4051-99F6-766A065AE846}" destId="{27BBF7A3-656E-44A5-A215-8BD568095987}" srcOrd="1" destOrd="0" presId="urn:microsoft.com/office/officeart/2005/8/layout/orgChart1"/>
    <dgm:cxn modelId="{6D249D42-BCEE-444D-9DF7-4F046256CC0F}" type="presParOf" srcId="{84FDB7AD-5FC1-4051-99F6-766A065AE846}" destId="{0BCDE7E7-0457-4485-931D-C3D03BCCC70D}" srcOrd="2" destOrd="0" presId="urn:microsoft.com/office/officeart/2005/8/layout/orgChart1"/>
    <dgm:cxn modelId="{991E9B54-5614-4916-99A6-627A92869DBB}" type="presParOf" srcId="{521B9FC4-12DA-472A-85A0-3F63746FFEE1}" destId="{99E4B1A6-2D0E-42B7-8425-845CC33C6533}" srcOrd="2" destOrd="0" presId="urn:microsoft.com/office/officeart/2005/8/layout/orgChart1"/>
    <dgm:cxn modelId="{DF61A986-FE09-4CAB-90E0-C643F9EBFEAC}" type="presParOf" srcId="{7FCB3568-B2C3-4920-873F-315BF8FCA7CA}" destId="{21C123C7-4E75-4DA6-88A6-56F956AC820C}" srcOrd="4" destOrd="0" presId="urn:microsoft.com/office/officeart/2005/8/layout/orgChart1"/>
    <dgm:cxn modelId="{0C0E35F6-0EFE-4649-9DF4-4377855FC8D7}" type="presParOf" srcId="{7FCB3568-B2C3-4920-873F-315BF8FCA7CA}" destId="{BE012D85-75D8-447B-9A3E-AE3022551571}" srcOrd="5" destOrd="0" presId="urn:microsoft.com/office/officeart/2005/8/layout/orgChart1"/>
    <dgm:cxn modelId="{5123BA47-1180-4736-A67A-F9AA7D8C9905}" type="presParOf" srcId="{BE012D85-75D8-447B-9A3E-AE3022551571}" destId="{1F505931-B4B4-4E9E-A5BC-99F351252D55}" srcOrd="0" destOrd="0" presId="urn:microsoft.com/office/officeart/2005/8/layout/orgChart1"/>
    <dgm:cxn modelId="{31F745D5-AC40-418E-954D-5DF7BA8B4905}" type="presParOf" srcId="{1F505931-B4B4-4E9E-A5BC-99F351252D55}" destId="{ED0ABCE3-190D-4ED0-A3D7-81D086217464}" srcOrd="0" destOrd="0" presId="urn:microsoft.com/office/officeart/2005/8/layout/orgChart1"/>
    <dgm:cxn modelId="{3FD79144-0E6A-44BD-B4D9-4E9CEE5618CF}" type="presParOf" srcId="{1F505931-B4B4-4E9E-A5BC-99F351252D55}" destId="{CF12D3C7-4D35-48AD-B3BE-D3F47C6D0559}" srcOrd="1" destOrd="0" presId="urn:microsoft.com/office/officeart/2005/8/layout/orgChart1"/>
    <dgm:cxn modelId="{E389EB00-3AE0-4F7B-BD1A-C35CDC4A849C}" type="presParOf" srcId="{BE012D85-75D8-447B-9A3E-AE3022551571}" destId="{4AF6DDD4-64A0-4BE2-A826-8070FAF7CED4}" srcOrd="1" destOrd="0" presId="urn:microsoft.com/office/officeart/2005/8/layout/orgChart1"/>
    <dgm:cxn modelId="{7758D257-7FBE-4209-9E7A-FE4CD454EE91}" type="presParOf" srcId="{4AF6DDD4-64A0-4BE2-A826-8070FAF7CED4}" destId="{FADFA239-5BFC-4382-9F5D-29B399C4EE57}" srcOrd="0" destOrd="0" presId="urn:microsoft.com/office/officeart/2005/8/layout/orgChart1"/>
    <dgm:cxn modelId="{6CB5AACC-27F8-4976-A278-7BCEBA36E306}" type="presParOf" srcId="{4AF6DDD4-64A0-4BE2-A826-8070FAF7CED4}" destId="{880899B4-3CA6-4E42-A2ED-6F6DE34BA07A}" srcOrd="1" destOrd="0" presId="urn:microsoft.com/office/officeart/2005/8/layout/orgChart1"/>
    <dgm:cxn modelId="{B49F2308-A89C-47A6-9465-9F78258EF5D1}" type="presParOf" srcId="{880899B4-3CA6-4E42-A2ED-6F6DE34BA07A}" destId="{FF964C6F-0BAD-471C-8465-D78B86A3D578}" srcOrd="0" destOrd="0" presId="urn:microsoft.com/office/officeart/2005/8/layout/orgChart1"/>
    <dgm:cxn modelId="{38F5AEF0-CEB3-409E-93F7-4E6FA7F2C3A4}" type="presParOf" srcId="{FF964C6F-0BAD-471C-8465-D78B86A3D578}" destId="{43E505AE-6EEC-4293-BDAA-AF1BA859F15B}" srcOrd="0" destOrd="0" presId="urn:microsoft.com/office/officeart/2005/8/layout/orgChart1"/>
    <dgm:cxn modelId="{E888CB56-0F79-4234-A157-B2FE670C16C2}" type="presParOf" srcId="{FF964C6F-0BAD-471C-8465-D78B86A3D578}" destId="{24AE74D7-A331-41B5-85AD-89806245BFE9}" srcOrd="1" destOrd="0" presId="urn:microsoft.com/office/officeart/2005/8/layout/orgChart1"/>
    <dgm:cxn modelId="{FD84691F-3BE3-4AE3-B137-8C1B3BE09D24}" type="presParOf" srcId="{880899B4-3CA6-4E42-A2ED-6F6DE34BA07A}" destId="{2C4C8F20-E5BE-4288-87D4-4DB9C46289D6}" srcOrd="1" destOrd="0" presId="urn:microsoft.com/office/officeart/2005/8/layout/orgChart1"/>
    <dgm:cxn modelId="{E8766BDC-62CB-440B-AE41-0C438DDBF868}" type="presParOf" srcId="{880899B4-3CA6-4E42-A2ED-6F6DE34BA07A}" destId="{6B434E2C-8C1A-4C09-8769-FED5761BEFF1}" srcOrd="2" destOrd="0" presId="urn:microsoft.com/office/officeart/2005/8/layout/orgChart1"/>
    <dgm:cxn modelId="{BB6968AD-A148-4E36-8F7C-6DE60E46A2CC}" type="presParOf" srcId="{4AF6DDD4-64A0-4BE2-A826-8070FAF7CED4}" destId="{1CD32B78-FAD9-4D3B-80B5-FDA3E62093DF}" srcOrd="2" destOrd="0" presId="urn:microsoft.com/office/officeart/2005/8/layout/orgChart1"/>
    <dgm:cxn modelId="{4731B133-342A-40C3-870C-DBADB52B315C}" type="presParOf" srcId="{4AF6DDD4-64A0-4BE2-A826-8070FAF7CED4}" destId="{E7D2E83E-F9C8-49B4-AA5A-9B7E1AF3A2B6}" srcOrd="3" destOrd="0" presId="urn:microsoft.com/office/officeart/2005/8/layout/orgChart1"/>
    <dgm:cxn modelId="{508576DD-0D1F-4F4A-B314-85EBA2E9600D}" type="presParOf" srcId="{E7D2E83E-F9C8-49B4-AA5A-9B7E1AF3A2B6}" destId="{A5318CAF-6453-4534-BFAF-1345285CC8E7}" srcOrd="0" destOrd="0" presId="urn:microsoft.com/office/officeart/2005/8/layout/orgChart1"/>
    <dgm:cxn modelId="{3C2108E4-CB87-4294-800E-871A45FA2C6B}" type="presParOf" srcId="{A5318CAF-6453-4534-BFAF-1345285CC8E7}" destId="{FDB83631-2E97-47D9-8729-62082352251A}" srcOrd="0" destOrd="0" presId="urn:microsoft.com/office/officeart/2005/8/layout/orgChart1"/>
    <dgm:cxn modelId="{A636A9CA-08A6-4FBC-BB2B-BBB615F4837D}" type="presParOf" srcId="{A5318CAF-6453-4534-BFAF-1345285CC8E7}" destId="{4D473A5E-1D9E-4E8B-B7AB-B5F84EBCEDC7}" srcOrd="1" destOrd="0" presId="urn:microsoft.com/office/officeart/2005/8/layout/orgChart1"/>
    <dgm:cxn modelId="{BB461AD2-8160-4EB6-8BDC-1F6EBC7DFB1A}" type="presParOf" srcId="{E7D2E83E-F9C8-49B4-AA5A-9B7E1AF3A2B6}" destId="{F2AE8FB1-F64D-434C-91D5-CA426B3EA137}" srcOrd="1" destOrd="0" presId="urn:microsoft.com/office/officeart/2005/8/layout/orgChart1"/>
    <dgm:cxn modelId="{85F6B53B-0A52-4C75-AE12-BC5CEBE88462}" type="presParOf" srcId="{E7D2E83E-F9C8-49B4-AA5A-9B7E1AF3A2B6}" destId="{39EC042D-8DBA-4C9F-8E41-F19ECF6C86CB}" srcOrd="2" destOrd="0" presId="urn:microsoft.com/office/officeart/2005/8/layout/orgChart1"/>
    <dgm:cxn modelId="{72A5D907-4207-42C8-A0B9-09592EEC0545}" type="presParOf" srcId="{4AF6DDD4-64A0-4BE2-A826-8070FAF7CED4}" destId="{48F6568E-E512-4F35-91E4-8D197268FF60}" srcOrd="4" destOrd="0" presId="urn:microsoft.com/office/officeart/2005/8/layout/orgChart1"/>
    <dgm:cxn modelId="{6A8896B9-4357-4742-AFCC-4B7088AF9148}" type="presParOf" srcId="{4AF6DDD4-64A0-4BE2-A826-8070FAF7CED4}" destId="{19491CE4-1E8E-4133-90F4-BDD2D7C97B99}" srcOrd="5" destOrd="0" presId="urn:microsoft.com/office/officeart/2005/8/layout/orgChart1"/>
    <dgm:cxn modelId="{867A4037-AF0B-45EB-98D0-12739531FC07}" type="presParOf" srcId="{19491CE4-1E8E-4133-90F4-BDD2D7C97B99}" destId="{3ED740D5-57D6-4F81-ABFA-9947DD49551D}" srcOrd="0" destOrd="0" presId="urn:microsoft.com/office/officeart/2005/8/layout/orgChart1"/>
    <dgm:cxn modelId="{F28D02CA-487D-489C-8411-25AD31261C8F}" type="presParOf" srcId="{3ED740D5-57D6-4F81-ABFA-9947DD49551D}" destId="{9DEEF3CC-E369-424F-A32F-093949B226B4}" srcOrd="0" destOrd="0" presId="urn:microsoft.com/office/officeart/2005/8/layout/orgChart1"/>
    <dgm:cxn modelId="{D0176B28-5595-4817-9E0B-BE78AEB0C9FB}" type="presParOf" srcId="{3ED740D5-57D6-4F81-ABFA-9947DD49551D}" destId="{4BBBF9D5-431E-4F42-861B-02D82CA5BD7C}" srcOrd="1" destOrd="0" presId="urn:microsoft.com/office/officeart/2005/8/layout/orgChart1"/>
    <dgm:cxn modelId="{57A26079-402A-43AD-AB86-0803E2CDD882}" type="presParOf" srcId="{19491CE4-1E8E-4133-90F4-BDD2D7C97B99}" destId="{585213F4-F9C2-4B60-A091-DA5D8E8CDDB6}" srcOrd="1" destOrd="0" presId="urn:microsoft.com/office/officeart/2005/8/layout/orgChart1"/>
    <dgm:cxn modelId="{7B3730B0-6B15-4C8A-97F2-B991983DFE22}" type="presParOf" srcId="{19491CE4-1E8E-4133-90F4-BDD2D7C97B99}" destId="{3133D767-7E73-4919-B0FE-1AB8BF39BEBD}" srcOrd="2" destOrd="0" presId="urn:microsoft.com/office/officeart/2005/8/layout/orgChart1"/>
    <dgm:cxn modelId="{462B347A-0BC4-4404-A8EB-6EFE2D9EB75F}" type="presParOf" srcId="{4AF6DDD4-64A0-4BE2-A826-8070FAF7CED4}" destId="{F43318FC-1B7E-4AF3-919E-A0213D412497}" srcOrd="6" destOrd="0" presId="urn:microsoft.com/office/officeart/2005/8/layout/orgChart1"/>
    <dgm:cxn modelId="{B1A127E0-A064-4D26-BCB2-F38EC1CA7C40}" type="presParOf" srcId="{4AF6DDD4-64A0-4BE2-A826-8070FAF7CED4}" destId="{AF8A0561-8D94-4C0C-AE14-3EB96BB72AAA}" srcOrd="7" destOrd="0" presId="urn:microsoft.com/office/officeart/2005/8/layout/orgChart1"/>
    <dgm:cxn modelId="{911BDA58-6C6D-4DF1-9A52-793712D1FA96}" type="presParOf" srcId="{AF8A0561-8D94-4C0C-AE14-3EB96BB72AAA}" destId="{55BD3F7F-C1F7-42D2-8C56-F887A9C701E3}" srcOrd="0" destOrd="0" presId="urn:microsoft.com/office/officeart/2005/8/layout/orgChart1"/>
    <dgm:cxn modelId="{44C84C38-4A04-4BAE-AAE4-9334362217BE}" type="presParOf" srcId="{55BD3F7F-C1F7-42D2-8C56-F887A9C701E3}" destId="{42D4DCAA-6E0B-49C8-8CBB-1A66B05AEA24}" srcOrd="0" destOrd="0" presId="urn:microsoft.com/office/officeart/2005/8/layout/orgChart1"/>
    <dgm:cxn modelId="{2DE5F8AA-837D-4E1C-8285-D23E486555FE}" type="presParOf" srcId="{55BD3F7F-C1F7-42D2-8C56-F887A9C701E3}" destId="{E3C6248F-3268-4A48-96C9-3D99B359AD04}" srcOrd="1" destOrd="0" presId="urn:microsoft.com/office/officeart/2005/8/layout/orgChart1"/>
    <dgm:cxn modelId="{7670C567-E971-4254-A8B3-26C8C0048E7C}" type="presParOf" srcId="{AF8A0561-8D94-4C0C-AE14-3EB96BB72AAA}" destId="{A657C02D-F9FC-4DA8-9FF7-133743F097E6}" srcOrd="1" destOrd="0" presId="urn:microsoft.com/office/officeart/2005/8/layout/orgChart1"/>
    <dgm:cxn modelId="{7141D90D-9C2F-4C43-9BCB-4068932406D0}" type="presParOf" srcId="{AF8A0561-8D94-4C0C-AE14-3EB96BB72AAA}" destId="{A115000C-2B07-487B-84B4-F713F1C0E1BE}" srcOrd="2" destOrd="0" presId="urn:microsoft.com/office/officeart/2005/8/layout/orgChart1"/>
    <dgm:cxn modelId="{4909BAB1-060F-4091-A0C7-98653459BF54}" type="presParOf" srcId="{BE012D85-75D8-447B-9A3E-AE3022551571}" destId="{2C7947E1-2256-4A1E-8C46-1D0E0B7EFCF2}" srcOrd="2" destOrd="0" presId="urn:microsoft.com/office/officeart/2005/8/layout/orgChart1"/>
    <dgm:cxn modelId="{E2596EEF-BBFB-41B9-8208-F95DABF763D9}" type="presParOf" srcId="{7FCB3568-B2C3-4920-873F-315BF8FCA7CA}" destId="{A98FE7B7-C738-4334-A7CA-77D8C8F81615}" srcOrd="6" destOrd="0" presId="urn:microsoft.com/office/officeart/2005/8/layout/orgChart1"/>
    <dgm:cxn modelId="{53748A00-D89B-4296-A38F-9974A8D1BCB5}" type="presParOf" srcId="{7FCB3568-B2C3-4920-873F-315BF8FCA7CA}" destId="{03664BF7-CB73-4123-BB60-5ABE40680C92}" srcOrd="7" destOrd="0" presId="urn:microsoft.com/office/officeart/2005/8/layout/orgChart1"/>
    <dgm:cxn modelId="{B20C4E27-6E94-43A0-BA5C-75BABCFACB3C}" type="presParOf" srcId="{03664BF7-CB73-4123-BB60-5ABE40680C92}" destId="{9A7FEA21-1721-43BE-94F9-3471BA149453}" srcOrd="0" destOrd="0" presId="urn:microsoft.com/office/officeart/2005/8/layout/orgChart1"/>
    <dgm:cxn modelId="{0E915745-48A3-49E3-8851-1A878152C811}" type="presParOf" srcId="{9A7FEA21-1721-43BE-94F9-3471BA149453}" destId="{9387FFA6-7458-4B4B-AF14-615145E472EC}" srcOrd="0" destOrd="0" presId="urn:microsoft.com/office/officeart/2005/8/layout/orgChart1"/>
    <dgm:cxn modelId="{947FBF52-5E79-40A0-9FC2-4EBD453ACFFB}" type="presParOf" srcId="{9A7FEA21-1721-43BE-94F9-3471BA149453}" destId="{1DFAEA45-C8BB-440C-BBE8-8F5D3BFA69D6}" srcOrd="1" destOrd="0" presId="urn:microsoft.com/office/officeart/2005/8/layout/orgChart1"/>
    <dgm:cxn modelId="{706DAA8B-D866-4831-89CB-30636BB82AC5}" type="presParOf" srcId="{03664BF7-CB73-4123-BB60-5ABE40680C92}" destId="{B33F7F55-9685-4E0D-AEDC-108F3CB0F46F}" srcOrd="1" destOrd="0" presId="urn:microsoft.com/office/officeart/2005/8/layout/orgChart1"/>
    <dgm:cxn modelId="{7266D2C1-AE7E-40B1-A558-C622C2D3740D}" type="presParOf" srcId="{B33F7F55-9685-4E0D-AEDC-108F3CB0F46F}" destId="{18619365-92BE-45AD-884A-A9A9C5807C37}" srcOrd="0" destOrd="0" presId="urn:microsoft.com/office/officeart/2005/8/layout/orgChart1"/>
    <dgm:cxn modelId="{F5FF5FB5-BCC1-4459-BD16-9D3AC431F472}" type="presParOf" srcId="{B33F7F55-9685-4E0D-AEDC-108F3CB0F46F}" destId="{58C860BD-B58C-4D73-A54B-C14EF65FB816}" srcOrd="1" destOrd="0" presId="urn:microsoft.com/office/officeart/2005/8/layout/orgChart1"/>
    <dgm:cxn modelId="{3DBCC61D-9CE1-458F-93AA-82984CCF2F9D}" type="presParOf" srcId="{58C860BD-B58C-4D73-A54B-C14EF65FB816}" destId="{2762490B-BEF0-475D-A5DD-9CDC032A9657}" srcOrd="0" destOrd="0" presId="urn:microsoft.com/office/officeart/2005/8/layout/orgChart1"/>
    <dgm:cxn modelId="{D972979E-6FEF-41F3-8EBC-EC7077F4CE10}" type="presParOf" srcId="{2762490B-BEF0-475D-A5DD-9CDC032A9657}" destId="{4A04C559-346B-4AF4-A3C2-3FB0B282E0B4}" srcOrd="0" destOrd="0" presId="urn:microsoft.com/office/officeart/2005/8/layout/orgChart1"/>
    <dgm:cxn modelId="{F2AD65E7-3E19-43BA-B7DD-C96EFFAA3062}" type="presParOf" srcId="{2762490B-BEF0-475D-A5DD-9CDC032A9657}" destId="{B4438B92-1684-4AE6-81FD-BA34C24468E0}" srcOrd="1" destOrd="0" presId="urn:microsoft.com/office/officeart/2005/8/layout/orgChart1"/>
    <dgm:cxn modelId="{B81E2624-9CA9-4385-B545-847396BE73DC}" type="presParOf" srcId="{58C860BD-B58C-4D73-A54B-C14EF65FB816}" destId="{9B315570-EAF5-42EF-90B6-87DB72317F75}" srcOrd="1" destOrd="0" presId="urn:microsoft.com/office/officeart/2005/8/layout/orgChart1"/>
    <dgm:cxn modelId="{AC10FA2D-E36C-4037-BCDA-C35544CFDEC5}" type="presParOf" srcId="{58C860BD-B58C-4D73-A54B-C14EF65FB816}" destId="{93B92397-AC78-4E70-88EE-6E863043B1DC}" srcOrd="2" destOrd="0" presId="urn:microsoft.com/office/officeart/2005/8/layout/orgChart1"/>
    <dgm:cxn modelId="{47D047C1-B3CC-4575-A4A5-B54FCF64A89B}" type="presParOf" srcId="{B33F7F55-9685-4E0D-AEDC-108F3CB0F46F}" destId="{58D6F46D-C374-459F-BC83-D592C4927130}" srcOrd="2" destOrd="0" presId="urn:microsoft.com/office/officeart/2005/8/layout/orgChart1"/>
    <dgm:cxn modelId="{43E643CF-C6DB-42C7-9413-C4C5F49072D5}" type="presParOf" srcId="{B33F7F55-9685-4E0D-AEDC-108F3CB0F46F}" destId="{024A508F-4CF8-4AF8-94CF-41868D7C8057}" srcOrd="3" destOrd="0" presId="urn:microsoft.com/office/officeart/2005/8/layout/orgChart1"/>
    <dgm:cxn modelId="{1E136D5B-E18C-4439-BABB-74074B6FFA83}" type="presParOf" srcId="{024A508F-4CF8-4AF8-94CF-41868D7C8057}" destId="{A2D14975-4E9A-45A8-9FB0-74431682CEB4}" srcOrd="0" destOrd="0" presId="urn:microsoft.com/office/officeart/2005/8/layout/orgChart1"/>
    <dgm:cxn modelId="{5164FFD0-9E09-4F2C-B8FC-6379D0ED329F}" type="presParOf" srcId="{A2D14975-4E9A-45A8-9FB0-74431682CEB4}" destId="{6EC01212-1400-4574-B537-52BB5B37353E}" srcOrd="0" destOrd="0" presId="urn:microsoft.com/office/officeart/2005/8/layout/orgChart1"/>
    <dgm:cxn modelId="{2F5FF40D-8B4F-4FAB-8FAF-6431145A5C4C}" type="presParOf" srcId="{A2D14975-4E9A-45A8-9FB0-74431682CEB4}" destId="{398755E5-9B5E-40DF-ABFD-E5393371618B}" srcOrd="1" destOrd="0" presId="urn:microsoft.com/office/officeart/2005/8/layout/orgChart1"/>
    <dgm:cxn modelId="{D6193649-B144-4186-9966-173D8358415B}" type="presParOf" srcId="{024A508F-4CF8-4AF8-94CF-41868D7C8057}" destId="{4BED5797-14B0-47AA-94CD-3AEFAD5D065C}" srcOrd="1" destOrd="0" presId="urn:microsoft.com/office/officeart/2005/8/layout/orgChart1"/>
    <dgm:cxn modelId="{209115E5-031F-4D5C-B4E5-9320B2A1338C}" type="presParOf" srcId="{024A508F-4CF8-4AF8-94CF-41868D7C8057}" destId="{8A4AF7BA-4A77-4A7F-8AFA-F787EE2893DA}" srcOrd="2" destOrd="0" presId="urn:microsoft.com/office/officeart/2005/8/layout/orgChart1"/>
    <dgm:cxn modelId="{11D93B0E-9970-4E75-AD65-0F2B86ED02A6}" type="presParOf" srcId="{B33F7F55-9685-4E0D-AEDC-108F3CB0F46F}" destId="{614F5D46-94AC-4C68-85FF-5589EFEBF8DC}" srcOrd="4" destOrd="0" presId="urn:microsoft.com/office/officeart/2005/8/layout/orgChart1"/>
    <dgm:cxn modelId="{14D8C749-8502-4670-8154-7CE35870BED9}" type="presParOf" srcId="{B33F7F55-9685-4E0D-AEDC-108F3CB0F46F}" destId="{1CB98FF2-307F-44F2-8C73-F1D7DA3133D2}" srcOrd="5" destOrd="0" presId="urn:microsoft.com/office/officeart/2005/8/layout/orgChart1"/>
    <dgm:cxn modelId="{A3F91350-F916-4280-8A87-811A9CF64416}" type="presParOf" srcId="{1CB98FF2-307F-44F2-8C73-F1D7DA3133D2}" destId="{EEA7F625-DB76-4EC2-A1F0-886B053F55ED}" srcOrd="0" destOrd="0" presId="urn:microsoft.com/office/officeart/2005/8/layout/orgChart1"/>
    <dgm:cxn modelId="{F1619CCF-CA6C-4B7D-95FA-4F5A252B1219}" type="presParOf" srcId="{EEA7F625-DB76-4EC2-A1F0-886B053F55ED}" destId="{DE4BA9AE-8B8D-421E-AD91-9B82C3641CC9}" srcOrd="0" destOrd="0" presId="urn:microsoft.com/office/officeart/2005/8/layout/orgChart1"/>
    <dgm:cxn modelId="{2F37B15F-855C-49AF-852D-1CD7C24C22EF}" type="presParOf" srcId="{EEA7F625-DB76-4EC2-A1F0-886B053F55ED}" destId="{9DEBE19E-A529-440D-8236-CB6F413637EB}" srcOrd="1" destOrd="0" presId="urn:microsoft.com/office/officeart/2005/8/layout/orgChart1"/>
    <dgm:cxn modelId="{12FF5B49-06DD-4E74-8175-2408C3AAA75C}" type="presParOf" srcId="{1CB98FF2-307F-44F2-8C73-F1D7DA3133D2}" destId="{27BB943B-97FF-4197-A957-30EEFC9B2BBA}" srcOrd="1" destOrd="0" presId="urn:microsoft.com/office/officeart/2005/8/layout/orgChart1"/>
    <dgm:cxn modelId="{B346AFA7-A7C6-4B60-8B9A-C4528498766D}" type="presParOf" srcId="{1CB98FF2-307F-44F2-8C73-F1D7DA3133D2}" destId="{AB81DBB3-8EA9-4885-BCCF-2BA766577795}" srcOrd="2" destOrd="0" presId="urn:microsoft.com/office/officeart/2005/8/layout/orgChart1"/>
    <dgm:cxn modelId="{80B9931C-1DB5-4BCB-A46B-AFEE513492A8}" type="presParOf" srcId="{B33F7F55-9685-4E0D-AEDC-108F3CB0F46F}" destId="{C82FA431-4360-4507-BC43-A0DCEA21F5BF}" srcOrd="6" destOrd="0" presId="urn:microsoft.com/office/officeart/2005/8/layout/orgChart1"/>
    <dgm:cxn modelId="{C16AED27-DDDA-4CF5-9BF6-58BDE0EAE05B}" type="presParOf" srcId="{B33F7F55-9685-4E0D-AEDC-108F3CB0F46F}" destId="{5159C38F-D326-42FF-8EEA-0A5BCFC1C22A}" srcOrd="7" destOrd="0" presId="urn:microsoft.com/office/officeart/2005/8/layout/orgChart1"/>
    <dgm:cxn modelId="{3B89175E-D283-4F5A-BF82-C21C59351BB8}" type="presParOf" srcId="{5159C38F-D326-42FF-8EEA-0A5BCFC1C22A}" destId="{51D4C63F-A438-4162-8BD8-6D01BE7A9A09}" srcOrd="0" destOrd="0" presId="urn:microsoft.com/office/officeart/2005/8/layout/orgChart1"/>
    <dgm:cxn modelId="{77FCD980-CED7-4DF4-B6E6-1B5B88FD9D3C}" type="presParOf" srcId="{51D4C63F-A438-4162-8BD8-6D01BE7A9A09}" destId="{E82056C8-0606-453C-9597-D5E4CEC9540D}" srcOrd="0" destOrd="0" presId="urn:microsoft.com/office/officeart/2005/8/layout/orgChart1"/>
    <dgm:cxn modelId="{EE5797F5-C897-4D24-8792-7C1E06AA789C}" type="presParOf" srcId="{51D4C63F-A438-4162-8BD8-6D01BE7A9A09}" destId="{B6FD61D7-3D3D-45F5-8581-0061B3C55816}" srcOrd="1" destOrd="0" presId="urn:microsoft.com/office/officeart/2005/8/layout/orgChart1"/>
    <dgm:cxn modelId="{229A6534-E92B-4393-8363-6F4BE38EA545}" type="presParOf" srcId="{5159C38F-D326-42FF-8EEA-0A5BCFC1C22A}" destId="{68A7CA15-A5B6-4B00-BE6E-0121B852A67E}" srcOrd="1" destOrd="0" presId="urn:microsoft.com/office/officeart/2005/8/layout/orgChart1"/>
    <dgm:cxn modelId="{1ED22415-6688-4E55-A61A-0A4A6D10D314}" type="presParOf" srcId="{5159C38F-D326-42FF-8EEA-0A5BCFC1C22A}" destId="{CB6801D0-12AF-4613-9462-2DEF2B963BA6}" srcOrd="2" destOrd="0" presId="urn:microsoft.com/office/officeart/2005/8/layout/orgChart1"/>
    <dgm:cxn modelId="{928C8F77-77B1-496E-AEFB-278F033C7C7F}" type="presParOf" srcId="{B33F7F55-9685-4E0D-AEDC-108F3CB0F46F}" destId="{931AB961-71EB-4065-A928-B38CD022D112}" srcOrd="8" destOrd="0" presId="urn:microsoft.com/office/officeart/2005/8/layout/orgChart1"/>
    <dgm:cxn modelId="{8D56BFB9-7463-41E2-A8F4-25603A6742BF}" type="presParOf" srcId="{B33F7F55-9685-4E0D-AEDC-108F3CB0F46F}" destId="{6DDE1D49-E948-40A0-96A4-F8146C08BF4D}" srcOrd="9" destOrd="0" presId="urn:microsoft.com/office/officeart/2005/8/layout/orgChart1"/>
    <dgm:cxn modelId="{93074C0F-B2B8-4FE5-9189-2F77B001C05C}" type="presParOf" srcId="{6DDE1D49-E948-40A0-96A4-F8146C08BF4D}" destId="{9671D5F6-06B2-44A4-A717-8F1FF87C225F}" srcOrd="0" destOrd="0" presId="urn:microsoft.com/office/officeart/2005/8/layout/orgChart1"/>
    <dgm:cxn modelId="{B272ABB6-EEEA-4B0E-8220-716E61BDD070}" type="presParOf" srcId="{9671D5F6-06B2-44A4-A717-8F1FF87C225F}" destId="{DA11FFE3-4CE7-4082-A11B-087FDF8E84EC}" srcOrd="0" destOrd="0" presId="urn:microsoft.com/office/officeart/2005/8/layout/orgChart1"/>
    <dgm:cxn modelId="{316A79E7-C3C9-4501-B740-054FEB70152C}" type="presParOf" srcId="{9671D5F6-06B2-44A4-A717-8F1FF87C225F}" destId="{9F9E26B0-8B26-4266-B992-5BE48B272BBB}" srcOrd="1" destOrd="0" presId="urn:microsoft.com/office/officeart/2005/8/layout/orgChart1"/>
    <dgm:cxn modelId="{41935267-0429-4C9D-9541-7ABF35E42FEE}" type="presParOf" srcId="{6DDE1D49-E948-40A0-96A4-F8146C08BF4D}" destId="{563FD904-DF49-432F-96FA-A19DD1C91CF6}" srcOrd="1" destOrd="0" presId="urn:microsoft.com/office/officeart/2005/8/layout/orgChart1"/>
    <dgm:cxn modelId="{58C69B3A-2FBB-4A3B-944E-31CB67E72764}" type="presParOf" srcId="{6DDE1D49-E948-40A0-96A4-F8146C08BF4D}" destId="{889E1652-A8A3-4825-9973-A7C041B80BC1}" srcOrd="2" destOrd="0" presId="urn:microsoft.com/office/officeart/2005/8/layout/orgChart1"/>
    <dgm:cxn modelId="{EC661575-AFB8-4DE5-9E6F-8F53E0F57CA7}" type="presParOf" srcId="{03664BF7-CB73-4123-BB60-5ABE40680C92}" destId="{8A341501-19FA-40D2-945D-53FB007DCC36}" srcOrd="2" destOrd="0" presId="urn:microsoft.com/office/officeart/2005/8/layout/orgChart1"/>
    <dgm:cxn modelId="{45FA69E5-5466-469F-B06D-7272ED0417AE}" type="presParOf" srcId="{7FCB3568-B2C3-4920-873F-315BF8FCA7CA}" destId="{73937FA2-0679-4AE0-81BC-3449DA464CF3}" srcOrd="8" destOrd="0" presId="urn:microsoft.com/office/officeart/2005/8/layout/orgChart1"/>
    <dgm:cxn modelId="{B89E42AA-2F0C-4FFA-8ABB-88718C63B6F8}" type="presParOf" srcId="{7FCB3568-B2C3-4920-873F-315BF8FCA7CA}" destId="{7AC2DBF9-79B5-437D-BC53-E799A3E07CE9}" srcOrd="9" destOrd="0" presId="urn:microsoft.com/office/officeart/2005/8/layout/orgChart1"/>
    <dgm:cxn modelId="{EF43E081-389E-4E03-855C-0BF169AE7DD0}" type="presParOf" srcId="{7AC2DBF9-79B5-437D-BC53-E799A3E07CE9}" destId="{B2BA83FA-9220-4FFA-A2D7-2FB20E1C88E0}" srcOrd="0" destOrd="0" presId="urn:microsoft.com/office/officeart/2005/8/layout/orgChart1"/>
    <dgm:cxn modelId="{30E962F6-DBAF-4B68-B86F-272BB4AFA517}" type="presParOf" srcId="{B2BA83FA-9220-4FFA-A2D7-2FB20E1C88E0}" destId="{E87F0312-4D34-4A46-A9D1-193FF9A1EF3F}" srcOrd="0" destOrd="0" presId="urn:microsoft.com/office/officeart/2005/8/layout/orgChart1"/>
    <dgm:cxn modelId="{3BB2C9AD-F1BD-4FE8-AE2B-043FB3ED5C9F}" type="presParOf" srcId="{B2BA83FA-9220-4FFA-A2D7-2FB20E1C88E0}" destId="{3C34A4F5-8350-4EA5-BBF7-4F9BD611DC04}" srcOrd="1" destOrd="0" presId="urn:microsoft.com/office/officeart/2005/8/layout/orgChart1"/>
    <dgm:cxn modelId="{F994186E-1D62-49C5-A0EB-F4F3F453E48D}" type="presParOf" srcId="{7AC2DBF9-79B5-437D-BC53-E799A3E07CE9}" destId="{14A723A1-3ADE-456F-9235-97133D88B56E}" srcOrd="1" destOrd="0" presId="urn:microsoft.com/office/officeart/2005/8/layout/orgChart1"/>
    <dgm:cxn modelId="{C775B382-CE5A-4AB5-9033-CF9CD63483F4}" type="presParOf" srcId="{14A723A1-3ADE-456F-9235-97133D88B56E}" destId="{E8780FB4-4AE1-4AF4-8064-4C1D03520E1E}" srcOrd="0" destOrd="0" presId="urn:microsoft.com/office/officeart/2005/8/layout/orgChart1"/>
    <dgm:cxn modelId="{4443B047-3F43-439B-A9B1-37BC68D8AF37}" type="presParOf" srcId="{14A723A1-3ADE-456F-9235-97133D88B56E}" destId="{5190B6EE-4DC6-4AC3-985F-A379BA1128B6}" srcOrd="1" destOrd="0" presId="urn:microsoft.com/office/officeart/2005/8/layout/orgChart1"/>
    <dgm:cxn modelId="{62C2A917-7587-4259-8FD6-6D38D428FC12}" type="presParOf" srcId="{5190B6EE-4DC6-4AC3-985F-A379BA1128B6}" destId="{846743D1-F86E-4C38-8E50-273D0C157DCB}" srcOrd="0" destOrd="0" presId="urn:microsoft.com/office/officeart/2005/8/layout/orgChart1"/>
    <dgm:cxn modelId="{4C3B659F-7997-4EA4-9DB2-63127792EB31}" type="presParOf" srcId="{846743D1-F86E-4C38-8E50-273D0C157DCB}" destId="{A4C75E77-D2B5-4651-BFE2-71FB97DCFCA1}" srcOrd="0" destOrd="0" presId="urn:microsoft.com/office/officeart/2005/8/layout/orgChart1"/>
    <dgm:cxn modelId="{3C611AC6-B761-49A0-98F7-DF0B44FC25E2}" type="presParOf" srcId="{846743D1-F86E-4C38-8E50-273D0C157DCB}" destId="{8FD2A3DD-AB13-43EE-AA5C-D7C268F62648}" srcOrd="1" destOrd="0" presId="urn:microsoft.com/office/officeart/2005/8/layout/orgChart1"/>
    <dgm:cxn modelId="{0B0859BF-1DC8-4EE0-BACE-2AE12B9F5434}" type="presParOf" srcId="{5190B6EE-4DC6-4AC3-985F-A379BA1128B6}" destId="{E1F15507-3C30-4E89-A871-4F669C6672FC}" srcOrd="1" destOrd="0" presId="urn:microsoft.com/office/officeart/2005/8/layout/orgChart1"/>
    <dgm:cxn modelId="{B6E484A3-C018-4079-9C17-D318466F6C87}" type="presParOf" srcId="{5190B6EE-4DC6-4AC3-985F-A379BA1128B6}" destId="{2ED7D544-169B-40FE-A24D-3DF2D9406DD9}" srcOrd="2" destOrd="0" presId="urn:microsoft.com/office/officeart/2005/8/layout/orgChart1"/>
    <dgm:cxn modelId="{1597F0FB-9180-449F-B8C7-0C4BF3B11146}" type="presParOf" srcId="{14A723A1-3ADE-456F-9235-97133D88B56E}" destId="{5512D051-79A5-4D71-8413-F385A677E1FE}" srcOrd="2" destOrd="0" presId="urn:microsoft.com/office/officeart/2005/8/layout/orgChart1"/>
    <dgm:cxn modelId="{B2948793-6296-4813-AE68-39BE9D3BABF8}" type="presParOf" srcId="{14A723A1-3ADE-456F-9235-97133D88B56E}" destId="{1E18D119-8DBA-4E38-BB0F-419278095C62}" srcOrd="3" destOrd="0" presId="urn:microsoft.com/office/officeart/2005/8/layout/orgChart1"/>
    <dgm:cxn modelId="{8B48DD12-C07D-407B-9D50-FFB3A1136A5F}" type="presParOf" srcId="{1E18D119-8DBA-4E38-BB0F-419278095C62}" destId="{00B6FA87-CFDF-41C4-9EBD-90360E32BA30}" srcOrd="0" destOrd="0" presId="urn:microsoft.com/office/officeart/2005/8/layout/orgChart1"/>
    <dgm:cxn modelId="{D7CB95BF-3130-4127-8AC0-33AFB38DC979}" type="presParOf" srcId="{00B6FA87-CFDF-41C4-9EBD-90360E32BA30}" destId="{6003AD72-741E-4D11-8E2B-01572CE94E8B}" srcOrd="0" destOrd="0" presId="urn:microsoft.com/office/officeart/2005/8/layout/orgChart1"/>
    <dgm:cxn modelId="{002ADDB8-15F8-4BF9-A1CD-FDAA2A6C0D14}" type="presParOf" srcId="{00B6FA87-CFDF-41C4-9EBD-90360E32BA30}" destId="{A40E78DD-1A89-4260-950F-49CB96A1B188}" srcOrd="1" destOrd="0" presId="urn:microsoft.com/office/officeart/2005/8/layout/orgChart1"/>
    <dgm:cxn modelId="{CC710F14-8200-4919-B10A-922304526840}" type="presParOf" srcId="{1E18D119-8DBA-4E38-BB0F-419278095C62}" destId="{B7064159-6005-478C-9F31-FF060BD191C7}" srcOrd="1" destOrd="0" presId="urn:microsoft.com/office/officeart/2005/8/layout/orgChart1"/>
    <dgm:cxn modelId="{75B3B20F-97AE-47F5-BBE6-F30FC1AAF647}" type="presParOf" srcId="{1E18D119-8DBA-4E38-BB0F-419278095C62}" destId="{B2EC014D-4BA9-4C45-97CD-971A08D6EA96}" srcOrd="2" destOrd="0" presId="urn:microsoft.com/office/officeart/2005/8/layout/orgChart1"/>
    <dgm:cxn modelId="{9406BB75-D723-497D-8470-603B79F9B874}" type="presParOf" srcId="{14A723A1-3ADE-456F-9235-97133D88B56E}" destId="{4985A9A3-0E57-42F4-B594-B99ED9BA44E6}" srcOrd="4" destOrd="0" presId="urn:microsoft.com/office/officeart/2005/8/layout/orgChart1"/>
    <dgm:cxn modelId="{30051176-C106-4F25-98A2-9E49A63CA391}" type="presParOf" srcId="{14A723A1-3ADE-456F-9235-97133D88B56E}" destId="{EC8A72D2-D217-4364-95AD-7A34CF0B0E0F}" srcOrd="5" destOrd="0" presId="urn:microsoft.com/office/officeart/2005/8/layout/orgChart1"/>
    <dgm:cxn modelId="{9B32EE9C-3535-455D-A6C8-6E02678C5C88}" type="presParOf" srcId="{EC8A72D2-D217-4364-95AD-7A34CF0B0E0F}" destId="{A8747F34-9BDD-4085-B6E1-B4C48CD35BEA}" srcOrd="0" destOrd="0" presId="urn:microsoft.com/office/officeart/2005/8/layout/orgChart1"/>
    <dgm:cxn modelId="{4FBA3C41-C837-4378-ABDF-87A559F5BB16}" type="presParOf" srcId="{A8747F34-9BDD-4085-B6E1-B4C48CD35BEA}" destId="{74425907-AD0D-44F5-8152-23555C1550A2}" srcOrd="0" destOrd="0" presId="urn:microsoft.com/office/officeart/2005/8/layout/orgChart1"/>
    <dgm:cxn modelId="{EECA8EB2-23DD-475C-B072-99E4C83D9602}" type="presParOf" srcId="{A8747F34-9BDD-4085-B6E1-B4C48CD35BEA}" destId="{CBA6A856-2864-4466-9F7C-5658C188AF28}" srcOrd="1" destOrd="0" presId="urn:microsoft.com/office/officeart/2005/8/layout/orgChart1"/>
    <dgm:cxn modelId="{93CE0BC9-E199-43B3-964F-527C373869DC}" type="presParOf" srcId="{EC8A72D2-D217-4364-95AD-7A34CF0B0E0F}" destId="{5286C0C0-B9AD-4562-A70A-D015ADC893FF}" srcOrd="1" destOrd="0" presId="urn:microsoft.com/office/officeart/2005/8/layout/orgChart1"/>
    <dgm:cxn modelId="{53759093-02F4-4297-9A72-114F04C1763B}" type="presParOf" srcId="{EC8A72D2-D217-4364-95AD-7A34CF0B0E0F}" destId="{01FCA101-ACE9-4C44-AAEB-6204E80CEAE1}" srcOrd="2" destOrd="0" presId="urn:microsoft.com/office/officeart/2005/8/layout/orgChart1"/>
    <dgm:cxn modelId="{AB921385-4759-4279-BE65-7068D0A72BF5}" type="presParOf" srcId="{14A723A1-3ADE-456F-9235-97133D88B56E}" destId="{DB43BAD2-1EBD-4F52-A010-0AF6D8056D63}" srcOrd="6" destOrd="0" presId="urn:microsoft.com/office/officeart/2005/8/layout/orgChart1"/>
    <dgm:cxn modelId="{DC6FE645-D351-468B-A023-F396712FC0D0}" type="presParOf" srcId="{14A723A1-3ADE-456F-9235-97133D88B56E}" destId="{4347B85C-5516-4BF3-B371-9D641D23CE7C}" srcOrd="7" destOrd="0" presId="urn:microsoft.com/office/officeart/2005/8/layout/orgChart1"/>
    <dgm:cxn modelId="{D49973DB-8589-409F-A731-E655EE955D6A}" type="presParOf" srcId="{4347B85C-5516-4BF3-B371-9D641D23CE7C}" destId="{CE8745E5-4611-486A-9958-41454A7463C7}" srcOrd="0" destOrd="0" presId="urn:microsoft.com/office/officeart/2005/8/layout/orgChart1"/>
    <dgm:cxn modelId="{86C850D3-8CF6-46D8-8B0F-D0238D8C7575}" type="presParOf" srcId="{CE8745E5-4611-486A-9958-41454A7463C7}" destId="{990BDBD4-3EA2-43BE-A730-5519E4EF94AB}" srcOrd="0" destOrd="0" presId="urn:microsoft.com/office/officeart/2005/8/layout/orgChart1"/>
    <dgm:cxn modelId="{5B90F282-1E76-4752-A1C6-4536077FB095}" type="presParOf" srcId="{CE8745E5-4611-486A-9958-41454A7463C7}" destId="{25F8D6DF-D3E0-4DB2-963B-71919B8181B9}" srcOrd="1" destOrd="0" presId="urn:microsoft.com/office/officeart/2005/8/layout/orgChart1"/>
    <dgm:cxn modelId="{7ADF7DF9-FA00-4F7C-B91D-291605C36C46}" type="presParOf" srcId="{4347B85C-5516-4BF3-B371-9D641D23CE7C}" destId="{C180A3AD-2985-460B-ADBD-3FA057DFB75F}" srcOrd="1" destOrd="0" presId="urn:microsoft.com/office/officeart/2005/8/layout/orgChart1"/>
    <dgm:cxn modelId="{A52F6209-343E-4BF0-8CFB-FB9E72EE6356}" type="presParOf" srcId="{4347B85C-5516-4BF3-B371-9D641D23CE7C}" destId="{94E78E97-8E28-4520-BE07-A3A04610ED62}" srcOrd="2" destOrd="0" presId="urn:microsoft.com/office/officeart/2005/8/layout/orgChart1"/>
    <dgm:cxn modelId="{31EE95CF-66EB-4C02-84D9-A2EC9F8B851B}" type="presParOf" srcId="{7AC2DBF9-79B5-437D-BC53-E799A3E07CE9}" destId="{F3A922CC-3BA4-4F2D-AF11-2764FA971D0C}" srcOrd="2" destOrd="0" presId="urn:microsoft.com/office/officeart/2005/8/layout/orgChart1"/>
    <dgm:cxn modelId="{76A7C844-575A-427F-AFBB-3518763A6645}" type="presParOf" srcId="{7FCB3568-B2C3-4920-873F-315BF8FCA7CA}" destId="{D5759BAD-C7CA-44E0-BF0C-EE6BEF42F85D}" srcOrd="10" destOrd="0" presId="urn:microsoft.com/office/officeart/2005/8/layout/orgChart1"/>
    <dgm:cxn modelId="{EA19DB55-A211-4459-A7A6-A0A02DFDB69A}" type="presParOf" srcId="{7FCB3568-B2C3-4920-873F-315BF8FCA7CA}" destId="{1F1AC8C8-4B9E-4CB9-8444-16F4789BFC72}" srcOrd="11" destOrd="0" presId="urn:microsoft.com/office/officeart/2005/8/layout/orgChart1"/>
    <dgm:cxn modelId="{1F0AA137-82E6-46F3-89D2-7EEFE000292D}" type="presParOf" srcId="{1F1AC8C8-4B9E-4CB9-8444-16F4789BFC72}" destId="{C93B6627-F85A-4618-A9A3-B479951C9B43}" srcOrd="0" destOrd="0" presId="urn:microsoft.com/office/officeart/2005/8/layout/orgChart1"/>
    <dgm:cxn modelId="{1CB0F739-05C0-4427-8931-B9EE74753B7C}" type="presParOf" srcId="{C93B6627-F85A-4618-A9A3-B479951C9B43}" destId="{F9047E60-A858-474B-84A5-B309DDB83C78}" srcOrd="0" destOrd="0" presId="urn:microsoft.com/office/officeart/2005/8/layout/orgChart1"/>
    <dgm:cxn modelId="{FD6C4B61-7E0B-42AB-9701-E1179854F155}" type="presParOf" srcId="{C93B6627-F85A-4618-A9A3-B479951C9B43}" destId="{FE8DEAB4-3EA8-4618-89C4-2EA4C35B97B2}" srcOrd="1" destOrd="0" presId="urn:microsoft.com/office/officeart/2005/8/layout/orgChart1"/>
    <dgm:cxn modelId="{0622396B-CF40-4362-BC39-19E30B0D703B}" type="presParOf" srcId="{1F1AC8C8-4B9E-4CB9-8444-16F4789BFC72}" destId="{9B71BB79-E249-478A-86D4-AABE1AE58CE0}" srcOrd="1" destOrd="0" presId="urn:microsoft.com/office/officeart/2005/8/layout/orgChart1"/>
    <dgm:cxn modelId="{786FDE40-5281-4EB9-BAFC-04C9A86992EA}" type="presParOf" srcId="{9B71BB79-E249-478A-86D4-AABE1AE58CE0}" destId="{3DA782D1-09C4-4B26-AA89-461D61CC6822}" srcOrd="0" destOrd="0" presId="urn:microsoft.com/office/officeart/2005/8/layout/orgChart1"/>
    <dgm:cxn modelId="{F0A58226-1E9E-4790-90EF-180C0C742C5F}" type="presParOf" srcId="{9B71BB79-E249-478A-86D4-AABE1AE58CE0}" destId="{20D29DD1-80C8-4D36-A85E-2BC80D6F2474}" srcOrd="1" destOrd="0" presId="urn:microsoft.com/office/officeart/2005/8/layout/orgChart1"/>
    <dgm:cxn modelId="{769E65A2-41F2-49B6-BD25-B02E0D4D7497}" type="presParOf" srcId="{20D29DD1-80C8-4D36-A85E-2BC80D6F2474}" destId="{0D9FA4E9-1FEB-498E-A815-18EB67288187}" srcOrd="0" destOrd="0" presId="urn:microsoft.com/office/officeart/2005/8/layout/orgChart1"/>
    <dgm:cxn modelId="{36CE7D81-A9E8-408B-8D66-81CDD86A94CA}" type="presParOf" srcId="{0D9FA4E9-1FEB-498E-A815-18EB67288187}" destId="{50F272D4-B1BF-4F2B-B494-0014EC41B982}" srcOrd="0" destOrd="0" presId="urn:microsoft.com/office/officeart/2005/8/layout/orgChart1"/>
    <dgm:cxn modelId="{574C14B0-CFA9-49CA-8F56-DC3E6EA60E91}" type="presParOf" srcId="{0D9FA4E9-1FEB-498E-A815-18EB67288187}" destId="{F6681141-5AF0-480C-87B4-7C9D15F2BAE7}" srcOrd="1" destOrd="0" presId="urn:microsoft.com/office/officeart/2005/8/layout/orgChart1"/>
    <dgm:cxn modelId="{71BDFF53-0C59-4E43-868F-B89D6D41438A}" type="presParOf" srcId="{20D29DD1-80C8-4D36-A85E-2BC80D6F2474}" destId="{FAEFCDA2-DB5A-4C5A-8E94-06B8597171D6}" srcOrd="1" destOrd="0" presId="urn:microsoft.com/office/officeart/2005/8/layout/orgChart1"/>
    <dgm:cxn modelId="{04E4AC2A-15DA-4FBC-AB09-1E4DC34F8E92}" type="presParOf" srcId="{20D29DD1-80C8-4D36-A85E-2BC80D6F2474}" destId="{32588FD1-8E1F-48C7-A0E5-FEA619DFFF75}" srcOrd="2" destOrd="0" presId="urn:microsoft.com/office/officeart/2005/8/layout/orgChart1"/>
    <dgm:cxn modelId="{986440C8-48F1-4F1F-93D8-8509A0D5232C}" type="presParOf" srcId="{9B71BB79-E249-478A-86D4-AABE1AE58CE0}" destId="{C81C427E-9B6B-40DE-B4B7-F00F36475F48}" srcOrd="2" destOrd="0" presId="urn:microsoft.com/office/officeart/2005/8/layout/orgChart1"/>
    <dgm:cxn modelId="{05BC9118-50E7-4254-AEEE-E362C58DAC9B}" type="presParOf" srcId="{9B71BB79-E249-478A-86D4-AABE1AE58CE0}" destId="{E51E49D4-0488-490B-A49D-74D08E100917}" srcOrd="3" destOrd="0" presId="urn:microsoft.com/office/officeart/2005/8/layout/orgChart1"/>
    <dgm:cxn modelId="{FE93D8C5-C7DC-4579-8CB2-A59B681F2A46}" type="presParOf" srcId="{E51E49D4-0488-490B-A49D-74D08E100917}" destId="{983905C6-A5E0-4FF9-8DD4-634812FC1116}" srcOrd="0" destOrd="0" presId="urn:microsoft.com/office/officeart/2005/8/layout/orgChart1"/>
    <dgm:cxn modelId="{AAD6DA77-7494-4AEF-B6E7-2DADC2AF1061}" type="presParOf" srcId="{983905C6-A5E0-4FF9-8DD4-634812FC1116}" destId="{AB40040B-1AA6-4D75-8340-825426BB464A}" srcOrd="0" destOrd="0" presId="urn:microsoft.com/office/officeart/2005/8/layout/orgChart1"/>
    <dgm:cxn modelId="{9FEABBA4-990C-4E55-8860-C900D14BD00B}" type="presParOf" srcId="{983905C6-A5E0-4FF9-8DD4-634812FC1116}" destId="{EAF30690-CD20-4A8F-B746-C1D47E46C0CB}" srcOrd="1" destOrd="0" presId="urn:microsoft.com/office/officeart/2005/8/layout/orgChart1"/>
    <dgm:cxn modelId="{72E8C2B6-FA91-4F38-9B34-04F7981A72E2}" type="presParOf" srcId="{E51E49D4-0488-490B-A49D-74D08E100917}" destId="{A6CCC4E8-E3B6-488F-9BFB-4DEAE477BB52}" srcOrd="1" destOrd="0" presId="urn:microsoft.com/office/officeart/2005/8/layout/orgChart1"/>
    <dgm:cxn modelId="{01D68C4D-DA22-4D9E-ACEA-637DCA166048}" type="presParOf" srcId="{E51E49D4-0488-490B-A49D-74D08E100917}" destId="{3F1764A1-7E85-4CF1-AD4D-6B8FA22BB00A}" srcOrd="2" destOrd="0" presId="urn:microsoft.com/office/officeart/2005/8/layout/orgChart1"/>
    <dgm:cxn modelId="{767FD860-6484-420B-AEA9-CD70C1B5C464}" type="presParOf" srcId="{9B71BB79-E249-478A-86D4-AABE1AE58CE0}" destId="{EDDBFEF4-22E6-4F82-BA4D-E5991A661204}" srcOrd="4" destOrd="0" presId="urn:microsoft.com/office/officeart/2005/8/layout/orgChart1"/>
    <dgm:cxn modelId="{EE20800D-C12E-4DCF-A616-E270618CCB5F}" type="presParOf" srcId="{9B71BB79-E249-478A-86D4-AABE1AE58CE0}" destId="{BEB66C1C-F5EC-4A0D-8B64-4D546A96E7BC}" srcOrd="5" destOrd="0" presId="urn:microsoft.com/office/officeart/2005/8/layout/orgChart1"/>
    <dgm:cxn modelId="{14FE183C-6F63-4133-AB65-BDC89005BD47}" type="presParOf" srcId="{BEB66C1C-F5EC-4A0D-8B64-4D546A96E7BC}" destId="{4A30EF44-4AAA-4724-BCDE-95AD54DC33DB}" srcOrd="0" destOrd="0" presId="urn:microsoft.com/office/officeart/2005/8/layout/orgChart1"/>
    <dgm:cxn modelId="{DDE6D9C5-121C-43B0-9BF3-E201D5E3DD2C}" type="presParOf" srcId="{4A30EF44-4AAA-4724-BCDE-95AD54DC33DB}" destId="{38F509AE-8BF0-4E76-AED3-752F8BE0FA1A}" srcOrd="0" destOrd="0" presId="urn:microsoft.com/office/officeart/2005/8/layout/orgChart1"/>
    <dgm:cxn modelId="{29FB075F-7373-44F2-AFED-496D8FFF5782}" type="presParOf" srcId="{4A30EF44-4AAA-4724-BCDE-95AD54DC33DB}" destId="{B2150A84-4D72-410B-AA7A-7E6EE9C40F3C}" srcOrd="1" destOrd="0" presId="urn:microsoft.com/office/officeart/2005/8/layout/orgChart1"/>
    <dgm:cxn modelId="{530037DE-4F52-4ABA-9153-C78AF78788E4}" type="presParOf" srcId="{BEB66C1C-F5EC-4A0D-8B64-4D546A96E7BC}" destId="{104B94EC-9ACA-4D25-B769-F914AA133C04}" srcOrd="1" destOrd="0" presId="urn:microsoft.com/office/officeart/2005/8/layout/orgChart1"/>
    <dgm:cxn modelId="{F7BB861F-F2C6-4F11-9211-B68F0812C1A7}" type="presParOf" srcId="{BEB66C1C-F5EC-4A0D-8B64-4D546A96E7BC}" destId="{55F5A47B-FE94-4720-ACE5-E43EF038C7A7}" srcOrd="2" destOrd="0" presId="urn:microsoft.com/office/officeart/2005/8/layout/orgChart1"/>
    <dgm:cxn modelId="{4CE75D63-6ABB-4D41-98C1-C772F92C707B}" type="presParOf" srcId="{9B71BB79-E249-478A-86D4-AABE1AE58CE0}" destId="{B51F585F-46E7-4A59-9701-E9304484D8E3}" srcOrd="6" destOrd="0" presId="urn:microsoft.com/office/officeart/2005/8/layout/orgChart1"/>
    <dgm:cxn modelId="{27C09B42-12BF-44F9-888A-45F92B0BFEEC}" type="presParOf" srcId="{9B71BB79-E249-478A-86D4-AABE1AE58CE0}" destId="{F775E2F9-C467-4D66-B713-B83AD7811AC3}" srcOrd="7" destOrd="0" presId="urn:microsoft.com/office/officeart/2005/8/layout/orgChart1"/>
    <dgm:cxn modelId="{82EDF6A3-8BB9-4544-9B71-48508B39AB95}" type="presParOf" srcId="{F775E2F9-C467-4D66-B713-B83AD7811AC3}" destId="{EA55FA21-4FCF-4AC3-806F-F2EBE0006EE0}" srcOrd="0" destOrd="0" presId="urn:microsoft.com/office/officeart/2005/8/layout/orgChart1"/>
    <dgm:cxn modelId="{89BD475C-5A04-4AD6-B40B-A477C0C95643}" type="presParOf" srcId="{EA55FA21-4FCF-4AC3-806F-F2EBE0006EE0}" destId="{F3926A1A-8AA2-4C3D-9131-05E2DFB00781}" srcOrd="0" destOrd="0" presId="urn:microsoft.com/office/officeart/2005/8/layout/orgChart1"/>
    <dgm:cxn modelId="{7AE94796-30E1-4A47-9E9F-C43BC21A2E1C}" type="presParOf" srcId="{EA55FA21-4FCF-4AC3-806F-F2EBE0006EE0}" destId="{956EC0BC-EF90-480D-941E-6F537B28B7DA}" srcOrd="1" destOrd="0" presId="urn:microsoft.com/office/officeart/2005/8/layout/orgChart1"/>
    <dgm:cxn modelId="{A7AA4B97-B2D1-413D-BC4F-28B526364590}" type="presParOf" srcId="{F775E2F9-C467-4D66-B713-B83AD7811AC3}" destId="{0610BB3E-3FA7-43FF-97C4-32454DAD9BD3}" srcOrd="1" destOrd="0" presId="urn:microsoft.com/office/officeart/2005/8/layout/orgChart1"/>
    <dgm:cxn modelId="{D3D950AF-EE73-4563-8A40-D770475A31C9}" type="presParOf" srcId="{F775E2F9-C467-4D66-B713-B83AD7811AC3}" destId="{8F0C4FD5-46A7-4A39-A18F-83DBC97FC28F}" srcOrd="2" destOrd="0" presId="urn:microsoft.com/office/officeart/2005/8/layout/orgChart1"/>
    <dgm:cxn modelId="{E1D7C39E-CA7D-4CB1-84CC-D7D561F7E649}" type="presParOf" srcId="{1F1AC8C8-4B9E-4CB9-8444-16F4789BFC72}" destId="{1BE4C42E-0946-42F0-86BB-4A2F9E24FE27}" srcOrd="2" destOrd="0" presId="urn:microsoft.com/office/officeart/2005/8/layout/orgChart1"/>
    <dgm:cxn modelId="{F846017D-9609-4F99-8E1F-75F02EDEC4B4}" type="presParOf" srcId="{7FCB3568-B2C3-4920-873F-315BF8FCA7CA}" destId="{65D06EAC-60BA-418E-BE54-44C821605919}" srcOrd="12" destOrd="0" presId="urn:microsoft.com/office/officeart/2005/8/layout/orgChart1"/>
    <dgm:cxn modelId="{1898F1C3-A549-4F2F-B03E-317C3A19A5D0}" type="presParOf" srcId="{7FCB3568-B2C3-4920-873F-315BF8FCA7CA}" destId="{3D1606D9-A514-4231-B2E1-23842813F130}" srcOrd="13" destOrd="0" presId="urn:microsoft.com/office/officeart/2005/8/layout/orgChart1"/>
    <dgm:cxn modelId="{5BB4C297-E553-4FB0-BC59-4677EE875509}" type="presParOf" srcId="{3D1606D9-A514-4231-B2E1-23842813F130}" destId="{A21683C5-77FD-4EB5-A8A9-3313C7C4CD33}" srcOrd="0" destOrd="0" presId="urn:microsoft.com/office/officeart/2005/8/layout/orgChart1"/>
    <dgm:cxn modelId="{A0A8AE62-7782-45E7-8EE2-AD249A5D077B}" type="presParOf" srcId="{A21683C5-77FD-4EB5-A8A9-3313C7C4CD33}" destId="{7EE797CA-7D7F-4796-9C37-2D06E26625E8}" srcOrd="0" destOrd="0" presId="urn:microsoft.com/office/officeart/2005/8/layout/orgChart1"/>
    <dgm:cxn modelId="{908C96D7-2377-4DDD-9F6D-0CDB3B439EEA}" type="presParOf" srcId="{A21683C5-77FD-4EB5-A8A9-3313C7C4CD33}" destId="{DC9FE52D-6BDD-4DA6-B988-8B1593DF0BB8}" srcOrd="1" destOrd="0" presId="urn:microsoft.com/office/officeart/2005/8/layout/orgChart1"/>
    <dgm:cxn modelId="{A2959F4F-23D8-4627-BCD7-11F370D8B12C}" type="presParOf" srcId="{3D1606D9-A514-4231-B2E1-23842813F130}" destId="{4946BE61-ED7A-434D-8344-C98E2444683B}" srcOrd="1" destOrd="0" presId="urn:microsoft.com/office/officeart/2005/8/layout/orgChart1"/>
    <dgm:cxn modelId="{7B91D0CD-B503-492D-AA89-7B6D232048BE}" type="presParOf" srcId="{4946BE61-ED7A-434D-8344-C98E2444683B}" destId="{A4ECCE7D-B0D8-424C-9927-B866CD0E0D2D}" srcOrd="0" destOrd="0" presId="urn:microsoft.com/office/officeart/2005/8/layout/orgChart1"/>
    <dgm:cxn modelId="{7FA365A4-2C75-4A7F-A771-B3F7D21ABE50}" type="presParOf" srcId="{4946BE61-ED7A-434D-8344-C98E2444683B}" destId="{580127AA-5F69-4C36-895A-202E40C8EF87}" srcOrd="1" destOrd="0" presId="urn:microsoft.com/office/officeart/2005/8/layout/orgChart1"/>
    <dgm:cxn modelId="{07BF8E30-4D4D-4596-A5F2-7A41073CD2B8}" type="presParOf" srcId="{580127AA-5F69-4C36-895A-202E40C8EF87}" destId="{30FC3CE6-355C-4759-9482-938EC5188CF8}" srcOrd="0" destOrd="0" presId="urn:microsoft.com/office/officeart/2005/8/layout/orgChart1"/>
    <dgm:cxn modelId="{556A69F2-ECDE-4890-A71F-2AEE6808117D}" type="presParOf" srcId="{30FC3CE6-355C-4759-9482-938EC5188CF8}" destId="{D98D8A76-58C7-446E-82A9-2A24DA721B4A}" srcOrd="0" destOrd="0" presId="urn:microsoft.com/office/officeart/2005/8/layout/orgChart1"/>
    <dgm:cxn modelId="{772043C6-6554-4A99-B1C2-1702890732E6}" type="presParOf" srcId="{30FC3CE6-355C-4759-9482-938EC5188CF8}" destId="{6F63EAB6-8112-436F-8E17-2D6ECFA37536}" srcOrd="1" destOrd="0" presId="urn:microsoft.com/office/officeart/2005/8/layout/orgChart1"/>
    <dgm:cxn modelId="{134737C7-8A81-446B-A2B2-806A3F85A7CE}" type="presParOf" srcId="{580127AA-5F69-4C36-895A-202E40C8EF87}" destId="{E4FC5037-0527-4106-9385-3D499D513784}" srcOrd="1" destOrd="0" presId="urn:microsoft.com/office/officeart/2005/8/layout/orgChart1"/>
    <dgm:cxn modelId="{7DFDC7A8-DA75-46BD-B589-55B09216755D}" type="presParOf" srcId="{580127AA-5F69-4C36-895A-202E40C8EF87}" destId="{629F8945-F006-4675-B035-3C455D019C79}" srcOrd="2" destOrd="0" presId="urn:microsoft.com/office/officeart/2005/8/layout/orgChart1"/>
    <dgm:cxn modelId="{18A8B9BB-FDDF-4F7E-8B1E-36761FC30828}" type="presParOf" srcId="{4946BE61-ED7A-434D-8344-C98E2444683B}" destId="{6E6B04F3-6CFB-4016-B8E6-3E67074C3ADB}" srcOrd="2" destOrd="0" presId="urn:microsoft.com/office/officeart/2005/8/layout/orgChart1"/>
    <dgm:cxn modelId="{0C641E9E-5CBC-4CC6-B4C5-8684000DA3E0}" type="presParOf" srcId="{4946BE61-ED7A-434D-8344-C98E2444683B}" destId="{31008084-60C8-479F-9C64-AE12A70953FC}" srcOrd="3" destOrd="0" presId="urn:microsoft.com/office/officeart/2005/8/layout/orgChart1"/>
    <dgm:cxn modelId="{81943C95-C010-445C-BD7E-6B186683F592}" type="presParOf" srcId="{31008084-60C8-479F-9C64-AE12A70953FC}" destId="{AEA92753-D5C4-4CB9-B640-03C7276DFD33}" srcOrd="0" destOrd="0" presId="urn:microsoft.com/office/officeart/2005/8/layout/orgChart1"/>
    <dgm:cxn modelId="{9E2A771C-8D31-4C63-A557-531F53118F86}" type="presParOf" srcId="{AEA92753-D5C4-4CB9-B640-03C7276DFD33}" destId="{F0B3A0FA-1AB3-4A8C-B8D7-82BC7A97B73B}" srcOrd="0" destOrd="0" presId="urn:microsoft.com/office/officeart/2005/8/layout/orgChart1"/>
    <dgm:cxn modelId="{6CA168A6-2FCE-42E0-B14B-30B618D6D616}" type="presParOf" srcId="{AEA92753-D5C4-4CB9-B640-03C7276DFD33}" destId="{DF66910F-7EE5-4315-9C30-1C96C25D2176}" srcOrd="1" destOrd="0" presId="urn:microsoft.com/office/officeart/2005/8/layout/orgChart1"/>
    <dgm:cxn modelId="{28ACB267-23BF-4BC6-8D6E-05A4315AABC8}" type="presParOf" srcId="{31008084-60C8-479F-9C64-AE12A70953FC}" destId="{1134F9EC-00BB-4A02-BB83-B36F03F32BAB}" srcOrd="1" destOrd="0" presId="urn:microsoft.com/office/officeart/2005/8/layout/orgChart1"/>
    <dgm:cxn modelId="{CC97E9DE-3C88-4FCF-99F5-3C52E0A661A6}" type="presParOf" srcId="{31008084-60C8-479F-9C64-AE12A70953FC}" destId="{2E961638-AB9F-41A9-A69A-F08EFE99B3D9}" srcOrd="2" destOrd="0" presId="urn:microsoft.com/office/officeart/2005/8/layout/orgChart1"/>
    <dgm:cxn modelId="{B425EB2F-671C-4CDD-B04F-12C5D57FC038}" type="presParOf" srcId="{4946BE61-ED7A-434D-8344-C98E2444683B}" destId="{EA16559D-73FF-4220-B9E9-28BB97708AC4}" srcOrd="4" destOrd="0" presId="urn:microsoft.com/office/officeart/2005/8/layout/orgChart1"/>
    <dgm:cxn modelId="{C47A41A4-0867-48B5-964F-D953A08AA290}" type="presParOf" srcId="{4946BE61-ED7A-434D-8344-C98E2444683B}" destId="{7D82CCBA-C808-449F-A1C8-20B72708E659}" srcOrd="5" destOrd="0" presId="urn:microsoft.com/office/officeart/2005/8/layout/orgChart1"/>
    <dgm:cxn modelId="{93574F2F-FE5D-45CC-A50B-F35FC17AA217}" type="presParOf" srcId="{7D82CCBA-C808-449F-A1C8-20B72708E659}" destId="{BA90FDAD-B04C-4CA3-A5E7-023407F16587}" srcOrd="0" destOrd="0" presId="urn:microsoft.com/office/officeart/2005/8/layout/orgChart1"/>
    <dgm:cxn modelId="{1212D2AB-CB0C-406D-AEB0-9938E1A48555}" type="presParOf" srcId="{BA90FDAD-B04C-4CA3-A5E7-023407F16587}" destId="{DF5A2436-CD3D-4D53-8874-3AE090499F76}" srcOrd="0" destOrd="0" presId="urn:microsoft.com/office/officeart/2005/8/layout/orgChart1"/>
    <dgm:cxn modelId="{BF9BCF76-09A4-47FF-AFC1-6C4A9450DD9C}" type="presParOf" srcId="{BA90FDAD-B04C-4CA3-A5E7-023407F16587}" destId="{C36B6E7B-6ACB-422B-9B5A-375AD32EC355}" srcOrd="1" destOrd="0" presId="urn:microsoft.com/office/officeart/2005/8/layout/orgChart1"/>
    <dgm:cxn modelId="{62544DBF-D4F8-474F-BA50-D8FD30EF62AB}" type="presParOf" srcId="{7D82CCBA-C808-449F-A1C8-20B72708E659}" destId="{EC90B76D-CABB-4C21-B7D0-792B0DD5631B}" srcOrd="1" destOrd="0" presId="urn:microsoft.com/office/officeart/2005/8/layout/orgChart1"/>
    <dgm:cxn modelId="{171A1736-FCE2-496A-AC9B-00B044A61B2A}" type="presParOf" srcId="{7D82CCBA-C808-449F-A1C8-20B72708E659}" destId="{E7122466-70A8-475A-8579-8A682E2BE482}" srcOrd="2" destOrd="0" presId="urn:microsoft.com/office/officeart/2005/8/layout/orgChart1"/>
    <dgm:cxn modelId="{46ED2AAF-B731-476A-A739-640C3B8E4683}" type="presParOf" srcId="{4946BE61-ED7A-434D-8344-C98E2444683B}" destId="{FD27C909-5E34-44A8-B4EB-A6F385FCADDC}" srcOrd="6" destOrd="0" presId="urn:microsoft.com/office/officeart/2005/8/layout/orgChart1"/>
    <dgm:cxn modelId="{98A71A0F-CE4F-4DE4-B387-2CD790E62364}" type="presParOf" srcId="{4946BE61-ED7A-434D-8344-C98E2444683B}" destId="{7E3099DA-DC4C-4A9E-B260-FCB8DA1535E2}" srcOrd="7" destOrd="0" presId="urn:microsoft.com/office/officeart/2005/8/layout/orgChart1"/>
    <dgm:cxn modelId="{F7341EE0-B047-4495-8CAE-5C200BC43D16}" type="presParOf" srcId="{7E3099DA-DC4C-4A9E-B260-FCB8DA1535E2}" destId="{0721FAB5-C55B-4640-B755-43D3759761D1}" srcOrd="0" destOrd="0" presId="urn:microsoft.com/office/officeart/2005/8/layout/orgChart1"/>
    <dgm:cxn modelId="{AFB24E71-01A1-4C1D-B36C-A057CA8BEDE5}" type="presParOf" srcId="{0721FAB5-C55B-4640-B755-43D3759761D1}" destId="{64CF32D6-C3BF-4E8A-9726-B935D4A53CB7}" srcOrd="0" destOrd="0" presId="urn:microsoft.com/office/officeart/2005/8/layout/orgChart1"/>
    <dgm:cxn modelId="{250D5EBA-D402-4D4D-94F5-8596C683AF9D}" type="presParOf" srcId="{0721FAB5-C55B-4640-B755-43D3759761D1}" destId="{A8BF9BD7-1059-44B4-9A27-F4C5D6ADF069}" srcOrd="1" destOrd="0" presId="urn:microsoft.com/office/officeart/2005/8/layout/orgChart1"/>
    <dgm:cxn modelId="{7BA5C464-4F18-4D5E-A317-336E52F3EBDE}" type="presParOf" srcId="{7E3099DA-DC4C-4A9E-B260-FCB8DA1535E2}" destId="{F88F04F7-382A-4C54-A920-CA95047EF0B2}" srcOrd="1" destOrd="0" presId="urn:microsoft.com/office/officeart/2005/8/layout/orgChart1"/>
    <dgm:cxn modelId="{CB925CCA-AFF5-42F3-A0B7-23F299086155}" type="presParOf" srcId="{7E3099DA-DC4C-4A9E-B260-FCB8DA1535E2}" destId="{6A504CD8-F99C-48A9-B891-B61C9BEAA8DC}" srcOrd="2" destOrd="0" presId="urn:microsoft.com/office/officeart/2005/8/layout/orgChart1"/>
    <dgm:cxn modelId="{ECB56557-AC13-408B-BCA9-EC03645DCE06}" type="presParOf" srcId="{3D1606D9-A514-4231-B2E1-23842813F130}" destId="{B2B5EC8A-81CC-42BB-AF43-C50C0DDBF0BA}" srcOrd="2" destOrd="0" presId="urn:microsoft.com/office/officeart/2005/8/layout/orgChart1"/>
    <dgm:cxn modelId="{5FE5F325-4C4D-435C-9541-FD85A6013654}" type="presParOf" srcId="{BD9F78AD-9DF9-45A2-A8E5-A718AA4F1FD5}" destId="{AD5BA884-C9DC-4917-BEC1-A16A684A17EE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27C909-5E34-44A8-B4EB-A6F385FCADDC}">
      <dsp:nvSpPr>
        <dsp:cNvPr id="0" name=""/>
        <dsp:cNvSpPr/>
      </dsp:nvSpPr>
      <dsp:spPr>
        <a:xfrm>
          <a:off x="9366867" y="4476470"/>
          <a:ext cx="190885" cy="32959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95959"/>
              </a:lnTo>
              <a:lnTo>
                <a:pt x="190885" y="3295959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16559D-73FF-4220-B9E9-28BB97708AC4}">
      <dsp:nvSpPr>
        <dsp:cNvPr id="0" name=""/>
        <dsp:cNvSpPr/>
      </dsp:nvSpPr>
      <dsp:spPr>
        <a:xfrm>
          <a:off x="9366867" y="4476470"/>
          <a:ext cx="190885" cy="23924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92433"/>
              </a:lnTo>
              <a:lnTo>
                <a:pt x="190885" y="2392433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6B04F3-6CFB-4016-B8E6-3E67074C3ADB}">
      <dsp:nvSpPr>
        <dsp:cNvPr id="0" name=""/>
        <dsp:cNvSpPr/>
      </dsp:nvSpPr>
      <dsp:spPr>
        <a:xfrm>
          <a:off x="9366867" y="4476470"/>
          <a:ext cx="190885" cy="14889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88908"/>
              </a:lnTo>
              <a:lnTo>
                <a:pt x="190885" y="1488908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ECCE7D-B0D8-424C-9927-B866CD0E0D2D}">
      <dsp:nvSpPr>
        <dsp:cNvPr id="0" name=""/>
        <dsp:cNvSpPr/>
      </dsp:nvSpPr>
      <dsp:spPr>
        <a:xfrm>
          <a:off x="9366867" y="4476470"/>
          <a:ext cx="190885" cy="5853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85382"/>
              </a:lnTo>
              <a:lnTo>
                <a:pt x="190885" y="585382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D06EAC-60BA-418E-BE54-44C821605919}">
      <dsp:nvSpPr>
        <dsp:cNvPr id="0" name=""/>
        <dsp:cNvSpPr/>
      </dsp:nvSpPr>
      <dsp:spPr>
        <a:xfrm>
          <a:off x="5256462" y="3572944"/>
          <a:ext cx="4619433" cy="2672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3619"/>
              </a:lnTo>
              <a:lnTo>
                <a:pt x="4619433" y="133619"/>
              </a:lnTo>
              <a:lnTo>
                <a:pt x="4619433" y="26723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1F585F-46E7-4A59-9701-E9304484D8E3}">
      <dsp:nvSpPr>
        <dsp:cNvPr id="0" name=""/>
        <dsp:cNvSpPr/>
      </dsp:nvSpPr>
      <dsp:spPr>
        <a:xfrm>
          <a:off x="7827056" y="4476470"/>
          <a:ext cx="190885" cy="32959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95959"/>
              </a:lnTo>
              <a:lnTo>
                <a:pt x="190885" y="3295959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DBFEF4-22E6-4F82-BA4D-E5991A661204}">
      <dsp:nvSpPr>
        <dsp:cNvPr id="0" name=""/>
        <dsp:cNvSpPr/>
      </dsp:nvSpPr>
      <dsp:spPr>
        <a:xfrm>
          <a:off x="7827056" y="4476470"/>
          <a:ext cx="190885" cy="23924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92433"/>
              </a:lnTo>
              <a:lnTo>
                <a:pt x="190885" y="2392433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1C427E-9B6B-40DE-B4B7-F00F36475F48}">
      <dsp:nvSpPr>
        <dsp:cNvPr id="0" name=""/>
        <dsp:cNvSpPr/>
      </dsp:nvSpPr>
      <dsp:spPr>
        <a:xfrm>
          <a:off x="7827056" y="4476470"/>
          <a:ext cx="190885" cy="14889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88908"/>
              </a:lnTo>
              <a:lnTo>
                <a:pt x="190885" y="1488908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A782D1-09C4-4B26-AA89-461D61CC6822}">
      <dsp:nvSpPr>
        <dsp:cNvPr id="0" name=""/>
        <dsp:cNvSpPr/>
      </dsp:nvSpPr>
      <dsp:spPr>
        <a:xfrm>
          <a:off x="7827056" y="4476470"/>
          <a:ext cx="190885" cy="5853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85382"/>
              </a:lnTo>
              <a:lnTo>
                <a:pt x="190885" y="585382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759BAD-C7CA-44E0-BF0C-EE6BEF42F85D}">
      <dsp:nvSpPr>
        <dsp:cNvPr id="0" name=""/>
        <dsp:cNvSpPr/>
      </dsp:nvSpPr>
      <dsp:spPr>
        <a:xfrm>
          <a:off x="5256462" y="3572944"/>
          <a:ext cx="3079622" cy="2672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3619"/>
              </a:lnTo>
              <a:lnTo>
                <a:pt x="3079622" y="133619"/>
              </a:lnTo>
              <a:lnTo>
                <a:pt x="3079622" y="26723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43BAD2-1EBD-4F52-A010-0AF6D8056D63}">
      <dsp:nvSpPr>
        <dsp:cNvPr id="0" name=""/>
        <dsp:cNvSpPr/>
      </dsp:nvSpPr>
      <dsp:spPr>
        <a:xfrm>
          <a:off x="6287245" y="4476470"/>
          <a:ext cx="190885" cy="32959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95959"/>
              </a:lnTo>
              <a:lnTo>
                <a:pt x="190885" y="3295959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85A9A3-0E57-42F4-B594-B99ED9BA44E6}">
      <dsp:nvSpPr>
        <dsp:cNvPr id="0" name=""/>
        <dsp:cNvSpPr/>
      </dsp:nvSpPr>
      <dsp:spPr>
        <a:xfrm>
          <a:off x="6287245" y="4476470"/>
          <a:ext cx="190885" cy="23924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92433"/>
              </a:lnTo>
              <a:lnTo>
                <a:pt x="190885" y="2392433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12D051-79A5-4D71-8413-F385A677E1FE}">
      <dsp:nvSpPr>
        <dsp:cNvPr id="0" name=""/>
        <dsp:cNvSpPr/>
      </dsp:nvSpPr>
      <dsp:spPr>
        <a:xfrm>
          <a:off x="6287245" y="4476470"/>
          <a:ext cx="190885" cy="14889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88908"/>
              </a:lnTo>
              <a:lnTo>
                <a:pt x="190885" y="1488908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780FB4-4AE1-4AF4-8064-4C1D03520E1E}">
      <dsp:nvSpPr>
        <dsp:cNvPr id="0" name=""/>
        <dsp:cNvSpPr/>
      </dsp:nvSpPr>
      <dsp:spPr>
        <a:xfrm>
          <a:off x="6287245" y="4476470"/>
          <a:ext cx="190885" cy="5853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85382"/>
              </a:lnTo>
              <a:lnTo>
                <a:pt x="190885" y="585382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937FA2-0679-4AE0-81BC-3449DA464CF3}">
      <dsp:nvSpPr>
        <dsp:cNvPr id="0" name=""/>
        <dsp:cNvSpPr/>
      </dsp:nvSpPr>
      <dsp:spPr>
        <a:xfrm>
          <a:off x="5256462" y="3572944"/>
          <a:ext cx="1539811" cy="2672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3619"/>
              </a:lnTo>
              <a:lnTo>
                <a:pt x="1539811" y="133619"/>
              </a:lnTo>
              <a:lnTo>
                <a:pt x="1539811" y="26723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1AB961-71EB-4065-A928-B38CD022D112}">
      <dsp:nvSpPr>
        <dsp:cNvPr id="0" name=""/>
        <dsp:cNvSpPr/>
      </dsp:nvSpPr>
      <dsp:spPr>
        <a:xfrm>
          <a:off x="4747434" y="4476470"/>
          <a:ext cx="190885" cy="41994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99484"/>
              </a:lnTo>
              <a:lnTo>
                <a:pt x="190885" y="4199484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2FA431-4360-4507-BC43-A0DCEA21F5BF}">
      <dsp:nvSpPr>
        <dsp:cNvPr id="0" name=""/>
        <dsp:cNvSpPr/>
      </dsp:nvSpPr>
      <dsp:spPr>
        <a:xfrm>
          <a:off x="4747434" y="4476470"/>
          <a:ext cx="190885" cy="32959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95959"/>
              </a:lnTo>
              <a:lnTo>
                <a:pt x="190885" y="3295959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4F5D46-94AC-4C68-85FF-5589EFEBF8DC}">
      <dsp:nvSpPr>
        <dsp:cNvPr id="0" name=""/>
        <dsp:cNvSpPr/>
      </dsp:nvSpPr>
      <dsp:spPr>
        <a:xfrm>
          <a:off x="4747434" y="4476470"/>
          <a:ext cx="190885" cy="23924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92433"/>
              </a:lnTo>
              <a:lnTo>
                <a:pt x="190885" y="2392433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D6F46D-C374-459F-BC83-D592C4927130}">
      <dsp:nvSpPr>
        <dsp:cNvPr id="0" name=""/>
        <dsp:cNvSpPr/>
      </dsp:nvSpPr>
      <dsp:spPr>
        <a:xfrm>
          <a:off x="4747434" y="4476470"/>
          <a:ext cx="190885" cy="14889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88908"/>
              </a:lnTo>
              <a:lnTo>
                <a:pt x="190885" y="1488908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619365-92BE-45AD-884A-A9A9C5807C37}">
      <dsp:nvSpPr>
        <dsp:cNvPr id="0" name=""/>
        <dsp:cNvSpPr/>
      </dsp:nvSpPr>
      <dsp:spPr>
        <a:xfrm>
          <a:off x="4747434" y="4476470"/>
          <a:ext cx="190885" cy="5853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85382"/>
              </a:lnTo>
              <a:lnTo>
                <a:pt x="190885" y="585382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8FE7B7-C738-4334-A7CA-77D8C8F81615}">
      <dsp:nvSpPr>
        <dsp:cNvPr id="0" name=""/>
        <dsp:cNvSpPr/>
      </dsp:nvSpPr>
      <dsp:spPr>
        <a:xfrm>
          <a:off x="5210742" y="3572944"/>
          <a:ext cx="91440" cy="26723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723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3318FC-1B7E-4AF3-919E-A0213D412497}">
      <dsp:nvSpPr>
        <dsp:cNvPr id="0" name=""/>
        <dsp:cNvSpPr/>
      </dsp:nvSpPr>
      <dsp:spPr>
        <a:xfrm>
          <a:off x="3207623" y="4476470"/>
          <a:ext cx="190885" cy="32959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95959"/>
              </a:lnTo>
              <a:lnTo>
                <a:pt x="190885" y="3295959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F6568E-E512-4F35-91E4-8D197268FF60}">
      <dsp:nvSpPr>
        <dsp:cNvPr id="0" name=""/>
        <dsp:cNvSpPr/>
      </dsp:nvSpPr>
      <dsp:spPr>
        <a:xfrm>
          <a:off x="3207623" y="4476470"/>
          <a:ext cx="190885" cy="23924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92433"/>
              </a:lnTo>
              <a:lnTo>
                <a:pt x="190885" y="2392433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D32B78-FAD9-4D3B-80B5-FDA3E62093DF}">
      <dsp:nvSpPr>
        <dsp:cNvPr id="0" name=""/>
        <dsp:cNvSpPr/>
      </dsp:nvSpPr>
      <dsp:spPr>
        <a:xfrm>
          <a:off x="3207623" y="4476470"/>
          <a:ext cx="190885" cy="14889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88908"/>
              </a:lnTo>
              <a:lnTo>
                <a:pt x="190885" y="1488908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DFA239-5BFC-4382-9F5D-29B399C4EE57}">
      <dsp:nvSpPr>
        <dsp:cNvPr id="0" name=""/>
        <dsp:cNvSpPr/>
      </dsp:nvSpPr>
      <dsp:spPr>
        <a:xfrm>
          <a:off x="3207623" y="4476470"/>
          <a:ext cx="190885" cy="5853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85382"/>
              </a:lnTo>
              <a:lnTo>
                <a:pt x="190885" y="585382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C123C7-4E75-4DA6-88A6-56F956AC820C}">
      <dsp:nvSpPr>
        <dsp:cNvPr id="0" name=""/>
        <dsp:cNvSpPr/>
      </dsp:nvSpPr>
      <dsp:spPr>
        <a:xfrm>
          <a:off x="3716651" y="3572944"/>
          <a:ext cx="1539811" cy="267239"/>
        </a:xfrm>
        <a:custGeom>
          <a:avLst/>
          <a:gdLst/>
          <a:ahLst/>
          <a:cxnLst/>
          <a:rect l="0" t="0" r="0" b="0"/>
          <a:pathLst>
            <a:path>
              <a:moveTo>
                <a:pt x="1539811" y="0"/>
              </a:moveTo>
              <a:lnTo>
                <a:pt x="1539811" y="133619"/>
              </a:lnTo>
              <a:lnTo>
                <a:pt x="0" y="133619"/>
              </a:lnTo>
              <a:lnTo>
                <a:pt x="0" y="26723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59D3A5-89A6-485D-ADAB-D7EE7382C11B}">
      <dsp:nvSpPr>
        <dsp:cNvPr id="0" name=""/>
        <dsp:cNvSpPr/>
      </dsp:nvSpPr>
      <dsp:spPr>
        <a:xfrm>
          <a:off x="1667811" y="4476470"/>
          <a:ext cx="190885" cy="51030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03010"/>
              </a:lnTo>
              <a:lnTo>
                <a:pt x="190885" y="5103010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A11B18-CF41-4718-88D4-0E74159904EF}">
      <dsp:nvSpPr>
        <dsp:cNvPr id="0" name=""/>
        <dsp:cNvSpPr/>
      </dsp:nvSpPr>
      <dsp:spPr>
        <a:xfrm>
          <a:off x="1667811" y="4476470"/>
          <a:ext cx="190885" cy="41994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99484"/>
              </a:lnTo>
              <a:lnTo>
                <a:pt x="190885" y="4199484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74F237-67E7-448A-83D2-B45E4386B3B3}">
      <dsp:nvSpPr>
        <dsp:cNvPr id="0" name=""/>
        <dsp:cNvSpPr/>
      </dsp:nvSpPr>
      <dsp:spPr>
        <a:xfrm>
          <a:off x="1667811" y="4476470"/>
          <a:ext cx="190885" cy="32959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95959"/>
              </a:lnTo>
              <a:lnTo>
                <a:pt x="190885" y="3295959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55BEA9-F25F-4EBC-996F-9A44573119E6}">
      <dsp:nvSpPr>
        <dsp:cNvPr id="0" name=""/>
        <dsp:cNvSpPr/>
      </dsp:nvSpPr>
      <dsp:spPr>
        <a:xfrm>
          <a:off x="1667811" y="4476470"/>
          <a:ext cx="190885" cy="23924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92433"/>
              </a:lnTo>
              <a:lnTo>
                <a:pt x="190885" y="2392433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0E7243-2C2C-4041-B866-3D636B121706}">
      <dsp:nvSpPr>
        <dsp:cNvPr id="0" name=""/>
        <dsp:cNvSpPr/>
      </dsp:nvSpPr>
      <dsp:spPr>
        <a:xfrm>
          <a:off x="1667811" y="4476470"/>
          <a:ext cx="190885" cy="14889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88908"/>
              </a:lnTo>
              <a:lnTo>
                <a:pt x="190885" y="1488908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1278C1-A541-4824-A27D-800AFA903EE8}">
      <dsp:nvSpPr>
        <dsp:cNvPr id="0" name=""/>
        <dsp:cNvSpPr/>
      </dsp:nvSpPr>
      <dsp:spPr>
        <a:xfrm>
          <a:off x="1667811" y="4476470"/>
          <a:ext cx="190885" cy="5853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85382"/>
              </a:lnTo>
              <a:lnTo>
                <a:pt x="190885" y="585382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88EAA6-79F7-4516-B47E-E6A938E30727}">
      <dsp:nvSpPr>
        <dsp:cNvPr id="0" name=""/>
        <dsp:cNvSpPr/>
      </dsp:nvSpPr>
      <dsp:spPr>
        <a:xfrm>
          <a:off x="2176840" y="3572944"/>
          <a:ext cx="3079622" cy="267239"/>
        </a:xfrm>
        <a:custGeom>
          <a:avLst/>
          <a:gdLst/>
          <a:ahLst/>
          <a:cxnLst/>
          <a:rect l="0" t="0" r="0" b="0"/>
          <a:pathLst>
            <a:path>
              <a:moveTo>
                <a:pt x="3079622" y="0"/>
              </a:moveTo>
              <a:lnTo>
                <a:pt x="3079622" y="133619"/>
              </a:lnTo>
              <a:lnTo>
                <a:pt x="0" y="133619"/>
              </a:lnTo>
              <a:lnTo>
                <a:pt x="0" y="26723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05C44B-238E-4743-A7B3-591000B0A159}">
      <dsp:nvSpPr>
        <dsp:cNvPr id="0" name=""/>
        <dsp:cNvSpPr/>
      </dsp:nvSpPr>
      <dsp:spPr>
        <a:xfrm>
          <a:off x="128000" y="4476470"/>
          <a:ext cx="190885" cy="23924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92433"/>
              </a:lnTo>
              <a:lnTo>
                <a:pt x="190885" y="2392433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0E780F-6B4F-4613-B3C0-6C6C8635DF47}">
      <dsp:nvSpPr>
        <dsp:cNvPr id="0" name=""/>
        <dsp:cNvSpPr/>
      </dsp:nvSpPr>
      <dsp:spPr>
        <a:xfrm>
          <a:off x="128000" y="4476470"/>
          <a:ext cx="190885" cy="14889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88908"/>
              </a:lnTo>
              <a:lnTo>
                <a:pt x="190885" y="1488908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14EAB4-42B4-4493-93C4-D7C0FCF233B8}">
      <dsp:nvSpPr>
        <dsp:cNvPr id="0" name=""/>
        <dsp:cNvSpPr/>
      </dsp:nvSpPr>
      <dsp:spPr>
        <a:xfrm>
          <a:off x="128000" y="4476470"/>
          <a:ext cx="190885" cy="5853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85382"/>
              </a:lnTo>
              <a:lnTo>
                <a:pt x="190885" y="585382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831815-828E-4168-9D07-04D927AE7E2A}">
      <dsp:nvSpPr>
        <dsp:cNvPr id="0" name=""/>
        <dsp:cNvSpPr/>
      </dsp:nvSpPr>
      <dsp:spPr>
        <a:xfrm>
          <a:off x="637029" y="3572944"/>
          <a:ext cx="4619433" cy="267239"/>
        </a:xfrm>
        <a:custGeom>
          <a:avLst/>
          <a:gdLst/>
          <a:ahLst/>
          <a:cxnLst/>
          <a:rect l="0" t="0" r="0" b="0"/>
          <a:pathLst>
            <a:path>
              <a:moveTo>
                <a:pt x="4619433" y="0"/>
              </a:moveTo>
              <a:lnTo>
                <a:pt x="4619433" y="133619"/>
              </a:lnTo>
              <a:lnTo>
                <a:pt x="0" y="133619"/>
              </a:lnTo>
              <a:lnTo>
                <a:pt x="0" y="26723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85965B-5B54-4A0D-B6B1-63AA7C33897C}">
      <dsp:nvSpPr>
        <dsp:cNvPr id="0" name=""/>
        <dsp:cNvSpPr/>
      </dsp:nvSpPr>
      <dsp:spPr>
        <a:xfrm>
          <a:off x="3677023" y="2936659"/>
          <a:ext cx="3158877" cy="63628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1" kern="1200" dirty="0"/>
            <a:t>Producción de contenidos digitales</a:t>
          </a:r>
          <a:endParaRPr lang="es-MX" sz="1400" kern="1200" dirty="0"/>
        </a:p>
      </dsp:txBody>
      <dsp:txXfrm>
        <a:off x="3677023" y="2936659"/>
        <a:ext cx="3158877" cy="636285"/>
      </dsp:txXfrm>
    </dsp:sp>
    <dsp:sp modelId="{93D08B17-9EC3-4CEC-BDEC-CA841DCA29D5}">
      <dsp:nvSpPr>
        <dsp:cNvPr id="0" name=""/>
        <dsp:cNvSpPr/>
      </dsp:nvSpPr>
      <dsp:spPr>
        <a:xfrm>
          <a:off x="743" y="3840184"/>
          <a:ext cx="1272571" cy="63628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b="1" kern="1200"/>
            <a:t>Montaje audiovisual</a:t>
          </a:r>
          <a:endParaRPr lang="es-MX" sz="1200" kern="1200"/>
        </a:p>
      </dsp:txBody>
      <dsp:txXfrm>
        <a:off x="743" y="3840184"/>
        <a:ext cx="1272571" cy="636285"/>
      </dsp:txXfrm>
    </dsp:sp>
    <dsp:sp modelId="{D0D44369-3E01-4992-ACB0-B8451F988ABF}">
      <dsp:nvSpPr>
        <dsp:cNvPr id="0" name=""/>
        <dsp:cNvSpPr/>
      </dsp:nvSpPr>
      <dsp:spPr>
        <a:xfrm>
          <a:off x="318886" y="4743710"/>
          <a:ext cx="1272571" cy="63628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/>
            <a:t>Organiza relaciones espacio-temporales.</a:t>
          </a:r>
        </a:p>
      </dsp:txBody>
      <dsp:txXfrm>
        <a:off x="318886" y="4743710"/>
        <a:ext cx="1272571" cy="636285"/>
      </dsp:txXfrm>
    </dsp:sp>
    <dsp:sp modelId="{B5A79863-890B-4008-B409-2FFBB97F4859}">
      <dsp:nvSpPr>
        <dsp:cNvPr id="0" name=""/>
        <dsp:cNvSpPr/>
      </dsp:nvSpPr>
      <dsp:spPr>
        <a:xfrm>
          <a:off x="318886" y="5647235"/>
          <a:ext cx="1272571" cy="63628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/>
            <a:t>Integra narrativa y técnica.</a:t>
          </a:r>
        </a:p>
      </dsp:txBody>
      <dsp:txXfrm>
        <a:off x="318886" y="5647235"/>
        <a:ext cx="1272571" cy="636285"/>
      </dsp:txXfrm>
    </dsp:sp>
    <dsp:sp modelId="{3AD61960-21F9-4683-A8EC-C17BECC48C8D}">
      <dsp:nvSpPr>
        <dsp:cNvPr id="0" name=""/>
        <dsp:cNvSpPr/>
      </dsp:nvSpPr>
      <dsp:spPr>
        <a:xfrm>
          <a:off x="318886" y="6550761"/>
          <a:ext cx="1272571" cy="63628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/>
            <a:t>Diferencia entre montaje (narrativo) y edición (técnica).</a:t>
          </a:r>
        </a:p>
      </dsp:txBody>
      <dsp:txXfrm>
        <a:off x="318886" y="6550761"/>
        <a:ext cx="1272571" cy="636285"/>
      </dsp:txXfrm>
    </dsp:sp>
    <dsp:sp modelId="{2220C86E-DF85-4483-BB87-0A72FA33583B}">
      <dsp:nvSpPr>
        <dsp:cNvPr id="0" name=""/>
        <dsp:cNvSpPr/>
      </dsp:nvSpPr>
      <dsp:spPr>
        <a:xfrm>
          <a:off x="1540554" y="3840184"/>
          <a:ext cx="1272571" cy="63628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b="1" kern="1200"/>
            <a:t>Edición de imagen</a:t>
          </a:r>
          <a:endParaRPr lang="es-MX" sz="1200" kern="1200"/>
        </a:p>
      </dsp:txBody>
      <dsp:txXfrm>
        <a:off x="1540554" y="3840184"/>
        <a:ext cx="1272571" cy="636285"/>
      </dsp:txXfrm>
    </dsp:sp>
    <dsp:sp modelId="{BFFA31DB-32CB-48B4-8A6D-3B8A7AE1C0A0}">
      <dsp:nvSpPr>
        <dsp:cNvPr id="0" name=""/>
        <dsp:cNvSpPr/>
      </dsp:nvSpPr>
      <dsp:spPr>
        <a:xfrm>
          <a:off x="1858697" y="4743710"/>
          <a:ext cx="1272571" cy="63628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/>
            <a:t>Manipulación técnica y creativa.</a:t>
          </a:r>
        </a:p>
      </dsp:txBody>
      <dsp:txXfrm>
        <a:off x="1858697" y="4743710"/>
        <a:ext cx="1272571" cy="636285"/>
      </dsp:txXfrm>
    </dsp:sp>
    <dsp:sp modelId="{5CCA807E-2B90-455A-A994-1C2F1A6CA92C}">
      <dsp:nvSpPr>
        <dsp:cNvPr id="0" name=""/>
        <dsp:cNvSpPr/>
      </dsp:nvSpPr>
      <dsp:spPr>
        <a:xfrm>
          <a:off x="1858697" y="5647235"/>
          <a:ext cx="1272571" cy="63628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/>
            <a:t>Imagen digital: matriz binaria.</a:t>
          </a:r>
        </a:p>
      </dsp:txBody>
      <dsp:txXfrm>
        <a:off x="1858697" y="5647235"/>
        <a:ext cx="1272571" cy="636285"/>
      </dsp:txXfrm>
    </dsp:sp>
    <dsp:sp modelId="{1FE62DEA-6CA8-443F-87C8-5DB8F35B2DA1}">
      <dsp:nvSpPr>
        <dsp:cNvPr id="0" name=""/>
        <dsp:cNvSpPr/>
      </dsp:nvSpPr>
      <dsp:spPr>
        <a:xfrm>
          <a:off x="1858697" y="6550761"/>
          <a:ext cx="1272571" cy="63628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/>
            <a:t>Tipos: mapa de bits y vectorial.</a:t>
          </a:r>
        </a:p>
      </dsp:txBody>
      <dsp:txXfrm>
        <a:off x="1858697" y="6550761"/>
        <a:ext cx="1272571" cy="636285"/>
      </dsp:txXfrm>
    </dsp:sp>
    <dsp:sp modelId="{5B6644C3-3877-4FEA-A474-3CC4E58F6343}">
      <dsp:nvSpPr>
        <dsp:cNvPr id="0" name=""/>
        <dsp:cNvSpPr/>
      </dsp:nvSpPr>
      <dsp:spPr>
        <a:xfrm>
          <a:off x="1858697" y="7454286"/>
          <a:ext cx="1272571" cy="63628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/>
            <a:t>Elementos: formatos, resolución y modos de color.</a:t>
          </a:r>
        </a:p>
      </dsp:txBody>
      <dsp:txXfrm>
        <a:off x="1858697" y="7454286"/>
        <a:ext cx="1272571" cy="636285"/>
      </dsp:txXfrm>
    </dsp:sp>
    <dsp:sp modelId="{60447DF7-C6D9-4BD0-A5B3-37B03DB8C111}">
      <dsp:nvSpPr>
        <dsp:cNvPr id="0" name=""/>
        <dsp:cNvSpPr/>
      </dsp:nvSpPr>
      <dsp:spPr>
        <a:xfrm>
          <a:off x="1858697" y="8357812"/>
          <a:ext cx="1272571" cy="63628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/>
            <a:t>Procesos: composición digital y retoque digital.</a:t>
          </a:r>
        </a:p>
      </dsp:txBody>
      <dsp:txXfrm>
        <a:off x="1858697" y="8357812"/>
        <a:ext cx="1272571" cy="636285"/>
      </dsp:txXfrm>
    </dsp:sp>
    <dsp:sp modelId="{5B8CB0C6-713D-47FC-B1C3-D89956044F61}">
      <dsp:nvSpPr>
        <dsp:cNvPr id="0" name=""/>
        <dsp:cNvSpPr/>
      </dsp:nvSpPr>
      <dsp:spPr>
        <a:xfrm>
          <a:off x="1858697" y="9261338"/>
          <a:ext cx="1272571" cy="63628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/>
            <a:t>Herramientas: </a:t>
          </a:r>
          <a:r>
            <a:rPr lang="es-MX" sz="900" i="1" kern="1200"/>
            <a:t>software</a:t>
          </a:r>
          <a:r>
            <a:rPr lang="es-MX" sz="900" kern="1200"/>
            <a:t> para computador, móvil y en línea.</a:t>
          </a:r>
        </a:p>
      </dsp:txBody>
      <dsp:txXfrm>
        <a:off x="1858697" y="9261338"/>
        <a:ext cx="1272571" cy="636285"/>
      </dsp:txXfrm>
    </dsp:sp>
    <dsp:sp modelId="{ED0ABCE3-190D-4ED0-A3D7-81D086217464}">
      <dsp:nvSpPr>
        <dsp:cNvPr id="0" name=""/>
        <dsp:cNvSpPr/>
      </dsp:nvSpPr>
      <dsp:spPr>
        <a:xfrm>
          <a:off x="3080365" y="3840184"/>
          <a:ext cx="1272571" cy="63628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b="1" kern="1200"/>
            <a:t>Edición de audio</a:t>
          </a:r>
          <a:endParaRPr lang="es-MX" sz="1200" kern="1200"/>
        </a:p>
      </dsp:txBody>
      <dsp:txXfrm>
        <a:off x="3080365" y="3840184"/>
        <a:ext cx="1272571" cy="636285"/>
      </dsp:txXfrm>
    </dsp:sp>
    <dsp:sp modelId="{43E505AE-6EEC-4293-BDAA-AF1BA859F15B}">
      <dsp:nvSpPr>
        <dsp:cNvPr id="0" name=""/>
        <dsp:cNvSpPr/>
      </dsp:nvSpPr>
      <dsp:spPr>
        <a:xfrm>
          <a:off x="3398508" y="4743710"/>
          <a:ext cx="1272571" cy="63628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/>
            <a:t>Manipulación de sonido digital.</a:t>
          </a:r>
        </a:p>
      </dsp:txBody>
      <dsp:txXfrm>
        <a:off x="3398508" y="4743710"/>
        <a:ext cx="1272571" cy="636285"/>
      </dsp:txXfrm>
    </dsp:sp>
    <dsp:sp modelId="{FDB83631-2E97-47D9-8729-62082352251A}">
      <dsp:nvSpPr>
        <dsp:cNvPr id="0" name=""/>
        <dsp:cNvSpPr/>
      </dsp:nvSpPr>
      <dsp:spPr>
        <a:xfrm>
          <a:off x="3398508" y="5647235"/>
          <a:ext cx="1272571" cy="63628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/>
            <a:t>Formatos con pérdida y sin pérdida.</a:t>
          </a:r>
        </a:p>
      </dsp:txBody>
      <dsp:txXfrm>
        <a:off x="3398508" y="5647235"/>
        <a:ext cx="1272571" cy="636285"/>
      </dsp:txXfrm>
    </dsp:sp>
    <dsp:sp modelId="{9DEEF3CC-E369-424F-A32F-093949B226B4}">
      <dsp:nvSpPr>
        <dsp:cNvPr id="0" name=""/>
        <dsp:cNvSpPr/>
      </dsp:nvSpPr>
      <dsp:spPr>
        <a:xfrm>
          <a:off x="3398508" y="6550761"/>
          <a:ext cx="1272571" cy="63628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/>
            <a:t>Almacenamiento y transmisión en línea.</a:t>
          </a:r>
        </a:p>
      </dsp:txBody>
      <dsp:txXfrm>
        <a:off x="3398508" y="6550761"/>
        <a:ext cx="1272571" cy="636285"/>
      </dsp:txXfrm>
    </dsp:sp>
    <dsp:sp modelId="{42D4DCAA-6E0B-49C8-8CBB-1A66B05AEA24}">
      <dsp:nvSpPr>
        <dsp:cNvPr id="0" name=""/>
        <dsp:cNvSpPr/>
      </dsp:nvSpPr>
      <dsp:spPr>
        <a:xfrm>
          <a:off x="3398508" y="7454286"/>
          <a:ext cx="1272571" cy="63628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/>
            <a:t>Programas</a:t>
          </a:r>
          <a:r>
            <a:rPr lang="es-MX" sz="900" i="1" kern="1200"/>
            <a:t> offline </a:t>
          </a:r>
          <a:r>
            <a:rPr lang="es-MX" sz="900" kern="1200"/>
            <a:t>para Windows y Mac.</a:t>
          </a:r>
        </a:p>
      </dsp:txBody>
      <dsp:txXfrm>
        <a:off x="3398508" y="7454286"/>
        <a:ext cx="1272571" cy="636285"/>
      </dsp:txXfrm>
    </dsp:sp>
    <dsp:sp modelId="{9387FFA6-7458-4B4B-AF14-615145E472EC}">
      <dsp:nvSpPr>
        <dsp:cNvPr id="0" name=""/>
        <dsp:cNvSpPr/>
      </dsp:nvSpPr>
      <dsp:spPr>
        <a:xfrm>
          <a:off x="4620177" y="3840184"/>
          <a:ext cx="1272571" cy="63628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b="1" kern="1200"/>
            <a:t>Edición de video</a:t>
          </a:r>
          <a:endParaRPr lang="es-MX" sz="1200" kern="1200"/>
        </a:p>
      </dsp:txBody>
      <dsp:txXfrm>
        <a:off x="4620177" y="3840184"/>
        <a:ext cx="1272571" cy="636285"/>
      </dsp:txXfrm>
    </dsp:sp>
    <dsp:sp modelId="{4A04C559-346B-4AF4-A3C2-3FB0B282E0B4}">
      <dsp:nvSpPr>
        <dsp:cNvPr id="0" name=""/>
        <dsp:cNvSpPr/>
      </dsp:nvSpPr>
      <dsp:spPr>
        <a:xfrm>
          <a:off x="4938319" y="4743710"/>
          <a:ext cx="1272571" cy="63628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/>
            <a:t>Integra imagen en movimiento y sonido.</a:t>
          </a:r>
        </a:p>
      </dsp:txBody>
      <dsp:txXfrm>
        <a:off x="4938319" y="4743710"/>
        <a:ext cx="1272571" cy="636285"/>
      </dsp:txXfrm>
    </dsp:sp>
    <dsp:sp modelId="{6EC01212-1400-4574-B537-52BB5B37353E}">
      <dsp:nvSpPr>
        <dsp:cNvPr id="0" name=""/>
        <dsp:cNvSpPr/>
      </dsp:nvSpPr>
      <dsp:spPr>
        <a:xfrm>
          <a:off x="4938319" y="5647235"/>
          <a:ext cx="1272571" cy="63628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/>
            <a:t>Elementos narrativos: fotograma, secuencia, escena, toma.</a:t>
          </a:r>
        </a:p>
      </dsp:txBody>
      <dsp:txXfrm>
        <a:off x="4938319" y="5647235"/>
        <a:ext cx="1272571" cy="636285"/>
      </dsp:txXfrm>
    </dsp:sp>
    <dsp:sp modelId="{DE4BA9AE-8B8D-421E-AD91-9B82C3641CC9}">
      <dsp:nvSpPr>
        <dsp:cNvPr id="0" name=""/>
        <dsp:cNvSpPr/>
      </dsp:nvSpPr>
      <dsp:spPr>
        <a:xfrm>
          <a:off x="4938319" y="6550761"/>
          <a:ext cx="1272571" cy="63628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/>
            <a:t>Tipos de planos y movimientos de cámara.</a:t>
          </a:r>
        </a:p>
      </dsp:txBody>
      <dsp:txXfrm>
        <a:off x="4938319" y="6550761"/>
        <a:ext cx="1272571" cy="636285"/>
      </dsp:txXfrm>
    </dsp:sp>
    <dsp:sp modelId="{E82056C8-0606-453C-9597-D5E4CEC9540D}">
      <dsp:nvSpPr>
        <dsp:cNvPr id="0" name=""/>
        <dsp:cNvSpPr/>
      </dsp:nvSpPr>
      <dsp:spPr>
        <a:xfrm>
          <a:off x="4938319" y="7454286"/>
          <a:ext cx="1272571" cy="63628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/>
            <a:t>Proceso digital y posproducción.</a:t>
          </a:r>
        </a:p>
      </dsp:txBody>
      <dsp:txXfrm>
        <a:off x="4938319" y="7454286"/>
        <a:ext cx="1272571" cy="636285"/>
      </dsp:txXfrm>
    </dsp:sp>
    <dsp:sp modelId="{DA11FFE3-4CE7-4082-A11B-087FDF8E84EC}">
      <dsp:nvSpPr>
        <dsp:cNvPr id="0" name=""/>
        <dsp:cNvSpPr/>
      </dsp:nvSpPr>
      <dsp:spPr>
        <a:xfrm>
          <a:off x="4938319" y="8357812"/>
          <a:ext cx="1272571" cy="63628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/>
            <a:t>Programas profesionales de edición.</a:t>
          </a:r>
        </a:p>
      </dsp:txBody>
      <dsp:txXfrm>
        <a:off x="4938319" y="8357812"/>
        <a:ext cx="1272571" cy="636285"/>
      </dsp:txXfrm>
    </dsp:sp>
    <dsp:sp modelId="{E87F0312-4D34-4A46-A9D1-193FF9A1EF3F}">
      <dsp:nvSpPr>
        <dsp:cNvPr id="0" name=""/>
        <dsp:cNvSpPr/>
      </dsp:nvSpPr>
      <dsp:spPr>
        <a:xfrm>
          <a:off x="6159988" y="3840184"/>
          <a:ext cx="1272571" cy="63628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b="1" kern="1200"/>
            <a:t>Creación web</a:t>
          </a:r>
          <a:endParaRPr lang="es-MX" sz="1200" kern="1200"/>
        </a:p>
      </dsp:txBody>
      <dsp:txXfrm>
        <a:off x="6159988" y="3840184"/>
        <a:ext cx="1272571" cy="636285"/>
      </dsp:txXfrm>
    </dsp:sp>
    <dsp:sp modelId="{A4C75E77-D2B5-4651-BFE2-71FB97DCFCA1}">
      <dsp:nvSpPr>
        <dsp:cNvPr id="0" name=""/>
        <dsp:cNvSpPr/>
      </dsp:nvSpPr>
      <dsp:spPr>
        <a:xfrm>
          <a:off x="6478130" y="4743710"/>
          <a:ext cx="1272571" cy="63628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/>
            <a:t>Integra diseño, estrategia y tecnología.</a:t>
          </a:r>
        </a:p>
      </dsp:txBody>
      <dsp:txXfrm>
        <a:off x="6478130" y="4743710"/>
        <a:ext cx="1272571" cy="636285"/>
      </dsp:txXfrm>
    </dsp:sp>
    <dsp:sp modelId="{6003AD72-741E-4D11-8E2B-01572CE94E8B}">
      <dsp:nvSpPr>
        <dsp:cNvPr id="0" name=""/>
        <dsp:cNvSpPr/>
      </dsp:nvSpPr>
      <dsp:spPr>
        <a:xfrm>
          <a:off x="6478130" y="5647235"/>
          <a:ext cx="1272571" cy="63628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/>
            <a:t>Fases: contacto, planificación, concepto, diseño, desarrollo y lanzamiento.</a:t>
          </a:r>
        </a:p>
      </dsp:txBody>
      <dsp:txXfrm>
        <a:off x="6478130" y="5647235"/>
        <a:ext cx="1272571" cy="636285"/>
      </dsp:txXfrm>
    </dsp:sp>
    <dsp:sp modelId="{74425907-AD0D-44F5-8152-23555C1550A2}">
      <dsp:nvSpPr>
        <dsp:cNvPr id="0" name=""/>
        <dsp:cNvSpPr/>
      </dsp:nvSpPr>
      <dsp:spPr>
        <a:xfrm>
          <a:off x="6478130" y="6550761"/>
          <a:ext cx="1272571" cy="63628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/>
            <a:t>Arquitectura: servidores, bases de datos, HTML e interlinking.</a:t>
          </a:r>
        </a:p>
      </dsp:txBody>
      <dsp:txXfrm>
        <a:off x="6478130" y="6550761"/>
        <a:ext cx="1272571" cy="636285"/>
      </dsp:txXfrm>
    </dsp:sp>
    <dsp:sp modelId="{990BDBD4-3EA2-43BE-A730-5519E4EF94AB}">
      <dsp:nvSpPr>
        <dsp:cNvPr id="0" name=""/>
        <dsp:cNvSpPr/>
      </dsp:nvSpPr>
      <dsp:spPr>
        <a:xfrm>
          <a:off x="6478130" y="7454286"/>
          <a:ext cx="1272571" cy="63628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/>
            <a:t>Diagramación: </a:t>
          </a:r>
          <a:r>
            <a:rPr lang="es-MX" sz="900" i="1" kern="1200"/>
            <a:t>blueprints, wireframes, mockups</a:t>
          </a:r>
          <a:r>
            <a:rPr lang="es-MX" sz="900" kern="1200"/>
            <a:t> y prototipos.</a:t>
          </a:r>
        </a:p>
      </dsp:txBody>
      <dsp:txXfrm>
        <a:off x="6478130" y="7454286"/>
        <a:ext cx="1272571" cy="636285"/>
      </dsp:txXfrm>
    </dsp:sp>
    <dsp:sp modelId="{F9047E60-A858-474B-84A5-B309DDB83C78}">
      <dsp:nvSpPr>
        <dsp:cNvPr id="0" name=""/>
        <dsp:cNvSpPr/>
      </dsp:nvSpPr>
      <dsp:spPr>
        <a:xfrm>
          <a:off x="7699799" y="3840184"/>
          <a:ext cx="1272571" cy="63628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b="1" kern="1200"/>
            <a:t>Maquetación y </a:t>
          </a:r>
          <a:r>
            <a:rPr lang="es-MX" sz="1200" b="1" i="1" kern="1200"/>
            <a:t>frontend</a:t>
          </a:r>
          <a:endParaRPr lang="es-MX" sz="1200" kern="1200"/>
        </a:p>
      </dsp:txBody>
      <dsp:txXfrm>
        <a:off x="7699799" y="3840184"/>
        <a:ext cx="1272571" cy="636285"/>
      </dsp:txXfrm>
    </dsp:sp>
    <dsp:sp modelId="{50F272D4-B1BF-4F2B-B494-0014EC41B982}">
      <dsp:nvSpPr>
        <dsp:cNvPr id="0" name=""/>
        <dsp:cNvSpPr/>
      </dsp:nvSpPr>
      <dsp:spPr>
        <a:xfrm>
          <a:off x="8017942" y="4743710"/>
          <a:ext cx="1272571" cy="63628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/>
            <a:t>Separación contenido-presentación.</a:t>
          </a:r>
        </a:p>
      </dsp:txBody>
      <dsp:txXfrm>
        <a:off x="8017942" y="4743710"/>
        <a:ext cx="1272571" cy="636285"/>
      </dsp:txXfrm>
    </dsp:sp>
    <dsp:sp modelId="{AB40040B-1AA6-4D75-8340-825426BB464A}">
      <dsp:nvSpPr>
        <dsp:cNvPr id="0" name=""/>
        <dsp:cNvSpPr/>
      </dsp:nvSpPr>
      <dsp:spPr>
        <a:xfrm>
          <a:off x="8017942" y="5647235"/>
          <a:ext cx="1272571" cy="63628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/>
            <a:t>Uso de estándares W3C.</a:t>
          </a:r>
        </a:p>
      </dsp:txBody>
      <dsp:txXfrm>
        <a:off x="8017942" y="5647235"/>
        <a:ext cx="1272571" cy="636285"/>
      </dsp:txXfrm>
    </dsp:sp>
    <dsp:sp modelId="{38F509AE-8BF0-4E76-AED3-752F8BE0FA1A}">
      <dsp:nvSpPr>
        <dsp:cNvPr id="0" name=""/>
        <dsp:cNvSpPr/>
      </dsp:nvSpPr>
      <dsp:spPr>
        <a:xfrm>
          <a:off x="8017942" y="6550761"/>
          <a:ext cx="1272571" cy="63628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/>
            <a:t>Lenguajes: HTML5, CSS3, JavaScript.</a:t>
          </a:r>
        </a:p>
      </dsp:txBody>
      <dsp:txXfrm>
        <a:off x="8017942" y="6550761"/>
        <a:ext cx="1272571" cy="636285"/>
      </dsp:txXfrm>
    </dsp:sp>
    <dsp:sp modelId="{F3926A1A-8AA2-4C3D-9131-05E2DFB00781}">
      <dsp:nvSpPr>
        <dsp:cNvPr id="0" name=""/>
        <dsp:cNvSpPr/>
      </dsp:nvSpPr>
      <dsp:spPr>
        <a:xfrm>
          <a:off x="8017942" y="7454286"/>
          <a:ext cx="1272571" cy="63628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/>
            <a:t>Frameworks como base estructural.</a:t>
          </a:r>
        </a:p>
      </dsp:txBody>
      <dsp:txXfrm>
        <a:off x="8017942" y="7454286"/>
        <a:ext cx="1272571" cy="636285"/>
      </dsp:txXfrm>
    </dsp:sp>
    <dsp:sp modelId="{7EE797CA-7D7F-4796-9C37-2D06E26625E8}">
      <dsp:nvSpPr>
        <dsp:cNvPr id="0" name=""/>
        <dsp:cNvSpPr/>
      </dsp:nvSpPr>
      <dsp:spPr>
        <a:xfrm>
          <a:off x="9239610" y="3840184"/>
          <a:ext cx="1272571" cy="63628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b="1" kern="1200"/>
            <a:t>Web responsive y SEO</a:t>
          </a:r>
          <a:endParaRPr lang="es-MX" sz="1200" kern="1200"/>
        </a:p>
      </dsp:txBody>
      <dsp:txXfrm>
        <a:off x="9239610" y="3840184"/>
        <a:ext cx="1272571" cy="636285"/>
      </dsp:txXfrm>
    </dsp:sp>
    <dsp:sp modelId="{D98D8A76-58C7-446E-82A9-2A24DA721B4A}">
      <dsp:nvSpPr>
        <dsp:cNvPr id="0" name=""/>
        <dsp:cNvSpPr/>
      </dsp:nvSpPr>
      <dsp:spPr>
        <a:xfrm>
          <a:off x="9557753" y="4743710"/>
          <a:ext cx="1272571" cy="63628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/>
            <a:t>Adaptación a múltiples dispositivos.</a:t>
          </a:r>
        </a:p>
      </dsp:txBody>
      <dsp:txXfrm>
        <a:off x="9557753" y="4743710"/>
        <a:ext cx="1272571" cy="636285"/>
      </dsp:txXfrm>
    </dsp:sp>
    <dsp:sp modelId="{F0B3A0FA-1AB3-4A8C-B8D7-82BC7A97B73B}">
      <dsp:nvSpPr>
        <dsp:cNvPr id="0" name=""/>
        <dsp:cNvSpPr/>
      </dsp:nvSpPr>
      <dsp:spPr>
        <a:xfrm>
          <a:off x="9557753" y="5647235"/>
          <a:ext cx="1272571" cy="63628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/>
            <a:t>Uso de l</a:t>
          </a:r>
          <a:r>
            <a:rPr lang="es-MX" sz="900" i="1" kern="1200"/>
            <a:t>ayouts</a:t>
          </a:r>
          <a:r>
            <a:rPr lang="es-MX" sz="900" kern="1200"/>
            <a:t> fluidos y </a:t>
          </a:r>
          <a:r>
            <a:rPr lang="es-MX" sz="900" i="1" kern="1200"/>
            <a:t>media queries.</a:t>
          </a:r>
          <a:endParaRPr lang="es-MX" sz="900" kern="1200"/>
        </a:p>
      </dsp:txBody>
      <dsp:txXfrm>
        <a:off x="9557753" y="5647235"/>
        <a:ext cx="1272571" cy="636285"/>
      </dsp:txXfrm>
    </dsp:sp>
    <dsp:sp modelId="{DF5A2436-CD3D-4D53-8874-3AE090499F76}">
      <dsp:nvSpPr>
        <dsp:cNvPr id="0" name=""/>
        <dsp:cNvSpPr/>
      </dsp:nvSpPr>
      <dsp:spPr>
        <a:xfrm>
          <a:off x="9557753" y="6550761"/>
          <a:ext cx="1272571" cy="63628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/>
            <a:t>Mejora posicionamiento y experiencia de usuario.</a:t>
          </a:r>
        </a:p>
      </dsp:txBody>
      <dsp:txXfrm>
        <a:off x="9557753" y="6550761"/>
        <a:ext cx="1272571" cy="636285"/>
      </dsp:txXfrm>
    </dsp:sp>
    <dsp:sp modelId="{64CF32D6-C3BF-4E8A-9726-B935D4A53CB7}">
      <dsp:nvSpPr>
        <dsp:cNvPr id="0" name=""/>
        <dsp:cNvSpPr/>
      </dsp:nvSpPr>
      <dsp:spPr>
        <a:xfrm>
          <a:off x="9557753" y="7454286"/>
          <a:ext cx="1272571" cy="63628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/>
            <a:t>Optimiza alcance digital.</a:t>
          </a:r>
        </a:p>
      </dsp:txBody>
      <dsp:txXfrm>
        <a:off x="9557753" y="7454286"/>
        <a:ext cx="1272571" cy="6362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83078-7974-A3B7-EF93-5F81A1163E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742484-8137-1183-2179-376028B266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F4A9A-48C3-970C-D143-01242EC2E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903D5-C1E4-485F-8FB1-B6E857FFF6A5}" type="datetimeFigureOut">
              <a:rPr lang="es-MX" smtClean="0"/>
              <a:t>11/02/2026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38946-3F6A-9495-5AF0-BCA4F36F3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0E28B-680D-9718-2431-02A7D15CA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42EDB-A182-445F-B35B-054CFE9E7626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92841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41898-F24A-0890-6B2B-5B4F17E71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AD5D1-9353-1BEE-C8F9-4E9EA2ED0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B6348-787D-7B2D-5F55-10E374F5C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903D5-C1E4-485F-8FB1-B6E857FFF6A5}" type="datetimeFigureOut">
              <a:rPr lang="es-MX" smtClean="0"/>
              <a:t>11/02/2026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0BCC6-E073-E73C-A7A0-06FA1DBA2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3E094-FC54-BFCD-B12C-4A6919C40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42EDB-A182-445F-B35B-054CFE9E7626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3810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FC1F0-4F74-5F42-8CDD-991F21CA3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FFA46-870B-061E-C94A-BD7BB06229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C7C28-3158-D9B3-DEC4-963ABC822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903D5-C1E4-485F-8FB1-B6E857FFF6A5}" type="datetimeFigureOut">
              <a:rPr lang="es-MX" smtClean="0"/>
              <a:t>11/02/2026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85755-551E-2754-6F6F-5386F33FC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B1CDF-BF20-5DF3-E263-51FB8A56A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42EDB-A182-445F-B35B-054CFE9E7626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602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7B15A-7090-47F6-814E-D827C15C9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62F7F-311E-DF8E-726D-F778156AC1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46F43F-B75E-7A3F-21DC-A1275B1C3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D5FA51-6951-0AF5-FA3D-81041BFE5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903D5-C1E4-485F-8FB1-B6E857FFF6A5}" type="datetimeFigureOut">
              <a:rPr lang="es-MX" smtClean="0"/>
              <a:t>11/02/2026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DC13F2-369A-4659-2356-49DD79BF6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313567-4D61-C7E1-6486-948730A66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42EDB-A182-445F-B35B-054CFE9E7626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65381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41C2D-023B-82A7-6156-F096AECC0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904646-6127-2EA3-5A22-F7F6B424B3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DF0C35-708A-50E9-7B9A-F5F45BA4AE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CD9734-1C1E-D988-2EC7-0B74CB7422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666635-F169-76F8-0B04-2F36C9D055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92D200-3C6C-4F29-EA40-6F7E58304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903D5-C1E4-485F-8FB1-B6E857FFF6A5}" type="datetimeFigureOut">
              <a:rPr lang="es-MX" smtClean="0"/>
              <a:t>11/02/2026</a:t>
            </a:fld>
            <a:endParaRPr lang="es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C9AAC4-9624-C23A-7C20-B4DF38C09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BD5536-2982-8C37-8E0D-51B74A37A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42EDB-A182-445F-B35B-054CFE9E7626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53669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CD8DF-5E87-67DC-EAE8-4812AC84B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FF6934-E594-75DC-8EDB-1BDD227A5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903D5-C1E4-485F-8FB1-B6E857FFF6A5}" type="datetimeFigureOut">
              <a:rPr lang="es-MX" smtClean="0"/>
              <a:t>11/02/2026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CB3B4B-581A-331A-FA79-9222EB10E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670AE5-63D3-E48F-1040-CFF3FB906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42EDB-A182-445F-B35B-054CFE9E7626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30760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BF21C0-0FD3-0E10-3D2C-23005A6C2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903D5-C1E4-485F-8FB1-B6E857FFF6A5}" type="datetimeFigureOut">
              <a:rPr lang="es-MX" smtClean="0"/>
              <a:t>11/02/2026</a:t>
            </a:fld>
            <a:endParaRPr lang="es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B9E49E-310D-BAD5-DBAE-F8182B56F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C69380-480F-35F8-7899-5AD960BFE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42EDB-A182-445F-B35B-054CFE9E7626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1610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6732B-6CEA-FCF8-99B9-FEE0BF6E3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9FF74-855D-CC5E-4874-2BE86EAC5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CD3C5A-3529-301F-17F5-1A0F767672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7FC41D-12A3-9297-201F-22F390B92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903D5-C1E4-485F-8FB1-B6E857FFF6A5}" type="datetimeFigureOut">
              <a:rPr lang="es-MX" smtClean="0"/>
              <a:t>11/02/2026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6167D4-826E-0D73-735C-855093DC3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BD7C25-5475-F70C-6E3B-894CA9584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42EDB-A182-445F-B35B-054CFE9E7626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55123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55208-78AA-25E1-0562-9966ECFF5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BA6C67-068D-6165-EDFA-A6EA31AAAD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07A719-4763-6F43-6BCC-AC3A2F564B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BE0532-B120-6859-AE1A-F2D27A4CA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903D5-C1E4-485F-8FB1-B6E857FFF6A5}" type="datetimeFigureOut">
              <a:rPr lang="es-MX" smtClean="0"/>
              <a:t>11/02/2026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5BA92-0094-F9B1-D629-F77B62BDD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D158A7-FD89-0CA4-FB0A-0CE27C4BF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42EDB-A182-445F-B35B-054CFE9E7626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82642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33AA-810D-F941-9038-053C69E7B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785D5F-8A3E-F570-8C1C-195A6C4B9C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76906-0FF8-111E-6405-81C6467CF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903D5-C1E4-485F-8FB1-B6E857FFF6A5}" type="datetimeFigureOut">
              <a:rPr lang="es-MX" smtClean="0"/>
              <a:t>11/02/2026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07D9A-953E-4B2F-D224-4FAF063A4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AC737-890B-EB58-6C89-B3E121498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42EDB-A182-445F-B35B-054CFE9E7626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77750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AAD26A-813B-55EE-32DE-A98E39710C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956FC8-CB43-B9BB-3D1D-48324220CD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C197B-C429-FB1F-E4D9-D626F356D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903D5-C1E4-485F-8FB1-B6E857FFF6A5}" type="datetimeFigureOut">
              <a:rPr lang="es-MX" smtClean="0"/>
              <a:t>11/02/2026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A6DF5-887B-1042-171E-F2206702D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052DA-9C43-3763-D629-469085D9D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42EDB-A182-445F-B35B-054CFE9E7626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67085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DA18ED-AFA5-ADFB-99D5-700733ABB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CFEB3-76CC-9B32-3149-9C6933505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AEB40-4189-02EA-0E89-90FC4FD0FE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9903D5-C1E4-485F-8FB1-B6E857FFF6A5}" type="datetimeFigureOut">
              <a:rPr lang="es-MX" smtClean="0"/>
              <a:t>11/02/2026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27699-4F24-B7B3-21CA-D15244A0D4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408C1-CA7F-5A82-809D-2D4CF3BFA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D42EDB-A182-445F-B35B-054CFE9E7626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16257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16634AF-C739-EA6F-5C0A-5FD429E2CA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1310586"/>
              </p:ext>
            </p:extLst>
          </p:nvPr>
        </p:nvGraphicFramePr>
        <p:xfrm>
          <a:off x="680466" y="-2988142"/>
          <a:ext cx="10831068" cy="128342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98994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A81D6BD42E8DF4C91013959704817E1" ma:contentTypeVersion="14" ma:contentTypeDescription="Crear nuevo documento." ma:contentTypeScope="" ma:versionID="cd14e03e9fc6eb087109c39a3de1a2a7">
  <xsd:schema xmlns:xsd="http://www.w3.org/2001/XMLSchema" xmlns:xs="http://www.w3.org/2001/XMLSchema" xmlns:p="http://schemas.microsoft.com/office/2006/metadata/properties" xmlns:ns2="13c90a0b-73bc-4dc0-be5f-28d77b615beb" xmlns:ns3="13c93bba-48ce-428c-bfe5-88b42c19b028" targetNamespace="http://schemas.microsoft.com/office/2006/metadata/properties" ma:root="true" ma:fieldsID="247ff0312e87511bd2ce05ea47f33022" ns2:_="" ns3:_="">
    <xsd:import namespace="13c90a0b-73bc-4dc0-be5f-28d77b615beb"/>
    <xsd:import namespace="13c93bba-48ce-428c-bfe5-88b42c19b02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c90a0b-73bc-4dc0-be5f-28d77b615be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a42ca037-5d13-4729-aeec-4237f141d2d6}" ma:internalName="TaxCatchAll" ma:showField="CatchAllData" ma:web="13c90a0b-73bc-4dc0-be5f-28d77b615be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c93bba-48ce-428c-bfe5-88b42c19b0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Etiquetas de imagen" ma:readOnly="false" ma:fieldId="{5cf76f15-5ced-4ddc-b409-7134ff3c332f}" ma:taxonomyMulti="true" ma:sspId="d33c8c81-5745-4931-bcc4-c2aeafe8678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3c90a0b-73bc-4dc0-be5f-28d77b615beb" xsi:nil="true"/>
    <lcf76f155ced4ddcb4097134ff3c332f xmlns="13c93bba-48ce-428c-bfe5-88b42c19b02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0E97D92-FE39-4B3F-A217-5B81BBD6C5FE}"/>
</file>

<file path=customXml/itemProps2.xml><?xml version="1.0" encoding="utf-8"?>
<ds:datastoreItem xmlns:ds="http://schemas.openxmlformats.org/officeDocument/2006/customXml" ds:itemID="{21DC765D-EE2D-4894-8881-0F9C408FCF5E}"/>
</file>

<file path=customXml/itemProps3.xml><?xml version="1.0" encoding="utf-8"?>
<ds:datastoreItem xmlns:ds="http://schemas.openxmlformats.org/officeDocument/2006/customXml" ds:itemID="{D8757361-4C82-4E48-93C1-8FE3672F526F}"/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241</Words>
  <Application>Microsoft Office PowerPoint</Application>
  <PresentationFormat>Widescreen</PresentationFormat>
  <Paragraphs>38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Paola Moya</dc:creator>
  <cp:lastModifiedBy>Paola Moya</cp:lastModifiedBy>
  <cp:revision>2</cp:revision>
  <dcterms:created xsi:type="dcterms:W3CDTF">2026-02-11T17:22:01Z</dcterms:created>
  <dcterms:modified xsi:type="dcterms:W3CDTF">2026-02-11T17:25:34Z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0x0101006A81D6BD42E8DF4C91013959704817E1</vt:lpwstr>
  </property>
</Properties>
</file>